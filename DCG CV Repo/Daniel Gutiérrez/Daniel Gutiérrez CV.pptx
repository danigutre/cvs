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256" r:id="rId8"/>
  </p:sldMasterIdLst>
  <p:notesMasterIdLst>
    <p:notesMasterId r:id="rId18"/>
  </p:notesMasterIdLst>
  <p:handoutMasterIdLst>
    <p:handoutMasterId r:id="rId19"/>
  </p:handoutMasterIdLst>
  <p:sldIdLst>
    <p:sldId id="12881" r:id="rId9"/>
    <p:sldId id="12882" r:id="rId10"/>
    <p:sldId id="12883" r:id="rId11"/>
  </p:sldIdLst>
  <p:sldSz cx="12192000" cy="6858000"/>
  <p:notesSz cx="7315200" cy="96012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4E26BF-2F90-4F0B-A5F0-713DEAABA5A1}">
          <p14:sldIdLst>
            <p14:sldId id="12881"/>
            <p14:sldId id="12882"/>
            <p14:sldId id="12883"/>
            <p14:sldId id="12731"/>
            <p14:sldId id="12876"/>
            <p14:sldId id="12877"/>
          </p14:sldIdLst>
        </p14:section>
        <p14:section name="CV DE EJEMPLO - BORRAR AL SUBIR" id="{121BE9DD-788F-4F18-93FD-C1D5850573B9}">
          <p14:sldIdLst>
            <p14:sldId id="12878"/>
            <p14:sldId id="12879"/>
            <p14:sldId id="128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890D"/>
    <a:srgbClr val="000000"/>
    <a:srgbClr val="FFCD00"/>
    <a:srgbClr val="ED8B00"/>
    <a:srgbClr val="DB291C"/>
    <a:srgbClr val="FF9900"/>
    <a:srgbClr val="C00000"/>
    <a:srgbClr val="3C8A2E"/>
    <a:srgbClr val="DCDCDC"/>
    <a:srgbClr val="B4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F6EDF6-182F-4431-A3FA-E109D7BAC342}" v="6" dt="2026-07-18T02:47:47.1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188" autoAdjust="0"/>
  </p:normalViewPr>
  <p:slideViewPr>
    <p:cSldViewPr snapToGrid="0" showGuides="1">
      <p:cViewPr varScale="1">
        <p:scale>
          <a:sx n="102" d="100"/>
          <a:sy n="102" d="100"/>
        </p:scale>
        <p:origin x="276" y="80"/>
      </p:cViewPr>
      <p:guideLst/>
    </p:cSldViewPr>
  </p:slideViewPr>
  <p:outlineViewPr>
    <p:cViewPr>
      <p:scale>
        <a:sx n="33" d="100"/>
        <a:sy n="33" d="100"/>
      </p:scale>
      <p:origin x="0" y="-591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1" d="100"/>
        <a:sy n="81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1992" y="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tags" Target="tags/tag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rez, Oscar" userId="32e7322d-a976-4828-9893-be5b7e5c6214" providerId="ADAL" clId="{4285843B-588C-4A14-9CCC-230D33CC631B}"/>
    <pc:docChg chg="undo redo custSel mod addSld delSld modSld modMainMaster addSection modSection">
      <pc:chgData name="Perez, Oscar" userId="32e7322d-a976-4828-9893-be5b7e5c6214" providerId="ADAL" clId="{4285843B-588C-4A14-9CCC-230D33CC631B}" dt="2026-06-30T15:10:17.866" v="917" actId="20577"/>
      <pc:docMkLst>
        <pc:docMk/>
      </pc:docMkLst>
      <pc:sldChg chg="addSp delSp modSp mod">
        <pc:chgData name="Perez, Oscar" userId="32e7322d-a976-4828-9893-be5b7e5c6214" providerId="ADAL" clId="{4285843B-588C-4A14-9CCC-230D33CC631B}" dt="2026-06-30T14:46:10.883" v="831" actId="478"/>
        <pc:sldMkLst>
          <pc:docMk/>
          <pc:sldMk cId="2616592935" sldId="12731"/>
        </pc:sldMkLst>
        <pc:spChg chg="mod">
          <ac:chgData name="Perez, Oscar" userId="32e7322d-a976-4828-9893-be5b7e5c6214" providerId="ADAL" clId="{4285843B-588C-4A14-9CCC-230D33CC631B}" dt="2026-06-29T21:51:11.401" v="579" actId="20577"/>
          <ac:spMkLst>
            <pc:docMk/>
            <pc:sldMk cId="2616592935" sldId="12731"/>
            <ac:spMk id="5" creationId="{11652440-1012-ABEB-CA94-ACEB3A8581B4}"/>
          </ac:spMkLst>
        </pc:spChg>
        <pc:spChg chg="add del mod">
          <ac:chgData name="Perez, Oscar" userId="32e7322d-a976-4828-9893-be5b7e5c6214" providerId="ADAL" clId="{4285843B-588C-4A14-9CCC-230D33CC631B}" dt="2026-06-30T14:46:10.553" v="830" actId="478"/>
          <ac:spMkLst>
            <pc:docMk/>
            <pc:sldMk cId="2616592935" sldId="12731"/>
            <ac:spMk id="6" creationId="{C85C441B-6125-A01F-EC0D-9A217A72080A}"/>
          </ac:spMkLst>
        </pc:spChg>
        <pc:spChg chg="mod">
          <ac:chgData name="Perez, Oscar" userId="32e7322d-a976-4828-9893-be5b7e5c6214" providerId="ADAL" clId="{4285843B-588C-4A14-9CCC-230D33CC631B}" dt="2026-06-29T21:50:43.996" v="569" actId="5793"/>
          <ac:spMkLst>
            <pc:docMk/>
            <pc:sldMk cId="2616592935" sldId="12731"/>
            <ac:spMk id="7" creationId="{3DD3490F-B650-2337-D9CC-7EA7F9D85E50}"/>
          </ac:spMkLst>
        </pc:spChg>
        <pc:spChg chg="mod">
          <ac:chgData name="Perez, Oscar" userId="32e7322d-a976-4828-9893-be5b7e5c6214" providerId="ADAL" clId="{4285843B-588C-4A14-9CCC-230D33CC631B}" dt="2026-06-29T21:53:07.343" v="717" actId="20577"/>
          <ac:spMkLst>
            <pc:docMk/>
            <pc:sldMk cId="2616592935" sldId="12731"/>
            <ac:spMk id="10" creationId="{87B903DF-F8C5-7425-00D5-412CCB2A6325}"/>
          </ac:spMkLst>
        </pc:spChg>
        <pc:spChg chg="add del mod">
          <ac:chgData name="Perez, Oscar" userId="32e7322d-a976-4828-9893-be5b7e5c6214" providerId="ADAL" clId="{4285843B-588C-4A14-9CCC-230D33CC631B}" dt="2026-06-30T14:46:10.883" v="831" actId="478"/>
          <ac:spMkLst>
            <pc:docMk/>
            <pc:sldMk cId="2616592935" sldId="12731"/>
            <ac:spMk id="11" creationId="{AF1BB4F9-C11E-EB05-7387-54DF79C9215D}"/>
          </ac:spMkLst>
        </pc:spChg>
        <pc:spChg chg="mod">
          <ac:chgData name="Perez, Oscar" userId="32e7322d-a976-4828-9893-be5b7e5c6214" providerId="ADAL" clId="{4285843B-588C-4A14-9CCC-230D33CC631B}" dt="2026-06-29T21:22:28.986" v="424" actId="20577"/>
          <ac:spMkLst>
            <pc:docMk/>
            <pc:sldMk cId="2616592935" sldId="12731"/>
            <ac:spMk id="27" creationId="{698355FF-281D-43E6-ABF2-C9762F422AFA}"/>
          </ac:spMkLst>
        </pc:spChg>
        <pc:spChg chg="mod">
          <ac:chgData name="Perez, Oscar" userId="32e7322d-a976-4828-9893-be5b7e5c6214" providerId="ADAL" clId="{4285843B-588C-4A14-9CCC-230D33CC631B}" dt="2026-06-29T21:20:23.949" v="314" actId="20577"/>
          <ac:spMkLst>
            <pc:docMk/>
            <pc:sldMk cId="2616592935" sldId="12731"/>
            <ac:spMk id="73" creationId="{E2F105EE-6961-4448-A99A-801AAF455100}"/>
          </ac:spMkLst>
        </pc:spChg>
      </pc:sldChg>
      <pc:sldChg chg="addSp delSp modSp mod">
        <pc:chgData name="Perez, Oscar" userId="32e7322d-a976-4828-9893-be5b7e5c6214" providerId="ADAL" clId="{4285843B-588C-4A14-9CCC-230D33CC631B}" dt="2026-06-29T21:54:18.609" v="823"/>
        <pc:sldMkLst>
          <pc:docMk/>
          <pc:sldMk cId="1756089929" sldId="12876"/>
        </pc:sldMkLst>
        <pc:spChg chg="mod">
          <ac:chgData name="Perez, Oscar" userId="32e7322d-a976-4828-9893-be5b7e5c6214" providerId="ADAL" clId="{4285843B-588C-4A14-9CCC-230D33CC631B}" dt="2026-06-29T21:13:55.574" v="24" actId="20577"/>
          <ac:spMkLst>
            <pc:docMk/>
            <pc:sldMk cId="1756089929" sldId="12876"/>
            <ac:spMk id="5" creationId="{11652440-1012-ABEB-CA94-ACEB3A8581B4}"/>
          </ac:spMkLst>
        </pc:spChg>
        <pc:spChg chg="add del mod">
          <ac:chgData name="Perez, Oscar" userId="32e7322d-a976-4828-9893-be5b7e5c6214" providerId="ADAL" clId="{4285843B-588C-4A14-9CCC-230D33CC631B}" dt="2026-06-29T21:51:00.355" v="572" actId="20577"/>
          <ac:spMkLst>
            <pc:docMk/>
            <pc:sldMk cId="1756089929" sldId="12876"/>
            <ac:spMk id="7" creationId="{3DD3490F-B650-2337-D9CC-7EA7F9D85E50}"/>
          </ac:spMkLst>
        </pc:spChg>
        <pc:spChg chg="add mod">
          <ac:chgData name="Perez, Oscar" userId="32e7322d-a976-4828-9893-be5b7e5c6214" providerId="ADAL" clId="{4285843B-588C-4A14-9CCC-230D33CC631B}" dt="2026-06-29T21:54:18.609" v="823"/>
          <ac:spMkLst>
            <pc:docMk/>
            <pc:sldMk cId="1756089929" sldId="12876"/>
            <ac:spMk id="9" creationId="{D150E43A-8840-D9BA-10FE-12A18FC8116A}"/>
          </ac:spMkLst>
        </pc:spChg>
        <pc:spChg chg="mod">
          <ac:chgData name="Perez, Oscar" userId="32e7322d-a976-4828-9893-be5b7e5c6214" providerId="ADAL" clId="{4285843B-588C-4A14-9CCC-230D33CC631B}" dt="2026-06-29T21:53:45.395" v="808" actId="6549"/>
          <ac:spMkLst>
            <pc:docMk/>
            <pc:sldMk cId="1756089929" sldId="12876"/>
            <ac:spMk id="10" creationId="{87B903DF-F8C5-7425-00D5-412CCB2A6325}"/>
          </ac:spMkLst>
        </pc:spChg>
        <pc:spChg chg="mod">
          <ac:chgData name="Perez, Oscar" userId="32e7322d-a976-4828-9893-be5b7e5c6214" providerId="ADAL" clId="{4285843B-588C-4A14-9CCC-230D33CC631B}" dt="2026-06-29T21:51:30.705" v="605" actId="20577"/>
          <ac:spMkLst>
            <pc:docMk/>
            <pc:sldMk cId="1756089929" sldId="12876"/>
            <ac:spMk id="27" creationId="{698355FF-281D-43E6-ABF2-C9762F422AFA}"/>
          </ac:spMkLst>
        </pc:spChg>
        <pc:spChg chg="mod">
          <ac:chgData name="Perez, Oscar" userId="32e7322d-a976-4828-9893-be5b7e5c6214" providerId="ADAL" clId="{4285843B-588C-4A14-9CCC-230D33CC631B}" dt="2026-06-29T21:27:48.032" v="428" actId="20577"/>
          <ac:spMkLst>
            <pc:docMk/>
            <pc:sldMk cId="1756089929" sldId="12876"/>
            <ac:spMk id="73" creationId="{E2F105EE-6961-4448-A99A-801AAF455100}"/>
          </ac:spMkLst>
        </pc:spChg>
      </pc:sldChg>
      <pc:sldChg chg="addSp delSp modSp mod">
        <pc:chgData name="Perez, Oscar" userId="32e7322d-a976-4828-9893-be5b7e5c6214" providerId="ADAL" clId="{4285843B-588C-4A14-9CCC-230D33CC631B}" dt="2026-06-30T14:46:52.351" v="839" actId="478"/>
        <pc:sldMkLst>
          <pc:docMk/>
          <pc:sldMk cId="3530011832" sldId="12877"/>
        </pc:sldMkLst>
        <pc:spChg chg="add del mod">
          <ac:chgData name="Perez, Oscar" userId="32e7322d-a976-4828-9893-be5b7e5c6214" providerId="ADAL" clId="{4285843B-588C-4A14-9CCC-230D33CC631B}" dt="2026-06-30T14:46:51.972" v="838" actId="478"/>
          <ac:spMkLst>
            <pc:docMk/>
            <pc:sldMk cId="3530011832" sldId="12877"/>
            <ac:spMk id="7" creationId="{EBF7B86F-0EDC-65DA-43DA-D3AA9E0662E3}"/>
          </ac:spMkLst>
        </pc:spChg>
        <pc:spChg chg="add del mod">
          <ac:chgData name="Perez, Oscar" userId="32e7322d-a976-4828-9893-be5b7e5c6214" providerId="ADAL" clId="{4285843B-588C-4A14-9CCC-230D33CC631B}" dt="2026-06-30T14:46:52.351" v="839" actId="478"/>
          <ac:spMkLst>
            <pc:docMk/>
            <pc:sldMk cId="3530011832" sldId="12877"/>
            <ac:spMk id="12" creationId="{47EB6B80-54A6-4101-C33C-7479A47617A4}"/>
          </ac:spMkLst>
        </pc:spChg>
      </pc:sldChg>
      <pc:sldChg chg="addSp delSp modSp add mod">
        <pc:chgData name="Perez, Oscar" userId="32e7322d-a976-4828-9893-be5b7e5c6214" providerId="ADAL" clId="{4285843B-588C-4A14-9CCC-230D33CC631B}" dt="2026-06-30T15:10:17.866" v="917" actId="20577"/>
        <pc:sldMkLst>
          <pc:docMk/>
          <pc:sldMk cId="1916113871" sldId="12878"/>
        </pc:sldMkLst>
        <pc:spChg chg="mod">
          <ac:chgData name="Perez, Oscar" userId="32e7322d-a976-4828-9893-be5b7e5c6214" providerId="ADAL" clId="{4285843B-588C-4A14-9CCC-230D33CC631B}" dt="2026-06-30T15:10:17.866" v="917" actId="20577"/>
          <ac:spMkLst>
            <pc:docMk/>
            <pc:sldMk cId="1916113871" sldId="12878"/>
            <ac:spMk id="10" creationId="{87B903DF-F8C5-7425-00D5-412CCB2A6325}"/>
          </ac:spMkLst>
        </pc:spChg>
        <pc:picChg chg="add mod">
          <ac:chgData name="Perez, Oscar" userId="32e7322d-a976-4828-9893-be5b7e5c6214" providerId="ADAL" clId="{4285843B-588C-4A14-9CCC-230D33CC631B}" dt="2026-06-30T14:47:15.720" v="842"/>
          <ac:picMkLst>
            <pc:docMk/>
            <pc:sldMk cId="1916113871" sldId="12878"/>
            <ac:picMk id="4" creationId="{72A1522D-1DBC-EF9C-B441-ED0FE727F6F3}"/>
          </ac:picMkLst>
        </pc:picChg>
      </pc:sldChg>
      <pc:sldChg chg="addSp delSp modSp add mod">
        <pc:chgData name="Perez, Oscar" userId="32e7322d-a976-4828-9893-be5b7e5c6214" providerId="ADAL" clId="{4285843B-588C-4A14-9CCC-230D33CC631B}" dt="2026-06-30T14:52:58.582" v="864" actId="478"/>
        <pc:sldMkLst>
          <pc:docMk/>
          <pc:sldMk cId="3249325691" sldId="12879"/>
        </pc:sldMkLst>
        <pc:picChg chg="add mod">
          <ac:chgData name="Perez, Oscar" userId="32e7322d-a976-4828-9893-be5b7e5c6214" providerId="ADAL" clId="{4285843B-588C-4A14-9CCC-230D33CC631B}" dt="2026-06-30T14:47:18.056" v="843"/>
          <ac:picMkLst>
            <pc:docMk/>
            <pc:sldMk cId="3249325691" sldId="12879"/>
            <ac:picMk id="4" creationId="{AB0D2C86-2779-D775-9F73-80C8C22E7A9E}"/>
          </ac:picMkLst>
        </pc:picChg>
      </pc:sldChg>
      <pc:sldChg chg="addSp delSp modSp add mod">
        <pc:chgData name="Perez, Oscar" userId="32e7322d-a976-4828-9893-be5b7e5c6214" providerId="ADAL" clId="{4285843B-588C-4A14-9CCC-230D33CC631B}" dt="2026-06-30T14:53:01.003" v="867" actId="1076"/>
        <pc:sldMkLst>
          <pc:docMk/>
          <pc:sldMk cId="3071223460" sldId="12880"/>
        </pc:sldMkLst>
        <pc:picChg chg="add mod">
          <ac:chgData name="Perez, Oscar" userId="32e7322d-a976-4828-9893-be5b7e5c6214" providerId="ADAL" clId="{4285843B-588C-4A14-9CCC-230D33CC631B}" dt="2026-06-30T14:53:01.003" v="867" actId="1076"/>
          <ac:picMkLst>
            <pc:docMk/>
            <pc:sldMk cId="3071223460" sldId="12880"/>
            <ac:picMk id="6" creationId="{20D5197C-985F-FC80-5661-D1C2165823B6}"/>
          </ac:picMkLst>
        </pc:picChg>
        <pc:picChg chg="add mod">
          <ac:chgData name="Perez, Oscar" userId="32e7322d-a976-4828-9893-be5b7e5c6214" providerId="ADAL" clId="{4285843B-588C-4A14-9CCC-230D33CC631B}" dt="2026-06-30T14:47:27.170" v="848"/>
          <ac:picMkLst>
            <pc:docMk/>
            <pc:sldMk cId="3071223460" sldId="12880"/>
            <ac:picMk id="8" creationId="{DCB82E81-E08E-B52D-BC0F-535323A431D2}"/>
          </ac:picMkLst>
        </pc:picChg>
      </pc:sldChg>
      <pc:sldMasterChg chg="delSp mod">
        <pc:chgData name="Perez, Oscar" userId="32e7322d-a976-4828-9893-be5b7e5c6214" providerId="ADAL" clId="{4285843B-588C-4A14-9CCC-230D33CC631B}" dt="2026-06-29T21:25:29.531" v="425" actId="478"/>
        <pc:sldMasterMkLst>
          <pc:docMk/>
          <pc:sldMasterMk cId="479652412" sldId="2147484256"/>
        </pc:sldMasterMkLst>
      </pc:sldMasterChg>
    </pc:docChg>
  </pc:docChgLst>
  <pc:docChgLst>
    <pc:chgData name="Gutierrez, Daniel" userId="3b31aeed-ad62-48bd-9fce-c8e88534c20b" providerId="ADAL" clId="{F43653B4-A945-41F0-AA3D-37069601CF79}"/>
    <pc:docChg chg="undo custSel addSld modSld">
      <pc:chgData name="Gutierrez, Daniel" userId="3b31aeed-ad62-48bd-9fce-c8e88534c20b" providerId="ADAL" clId="{F43653B4-A945-41F0-AA3D-37069601CF79}" dt="2026-07-18T02:47:58.299" v="107" actId="478"/>
      <pc:docMkLst>
        <pc:docMk/>
      </pc:docMkLst>
      <pc:sldChg chg="addSp delSp modSp add mod">
        <pc:chgData name="Gutierrez, Daniel" userId="3b31aeed-ad62-48bd-9fce-c8e88534c20b" providerId="ADAL" clId="{F43653B4-A945-41F0-AA3D-37069601CF79}" dt="2026-07-18T02:47:58.299" v="107" actId="478"/>
        <pc:sldMkLst>
          <pc:docMk/>
          <pc:sldMk cId="3469057003" sldId="12881"/>
        </pc:sldMkLst>
        <pc:spChg chg="mod">
          <ac:chgData name="Gutierrez, Daniel" userId="3b31aeed-ad62-48bd-9fce-c8e88534c20b" providerId="ADAL" clId="{F43653B4-A945-41F0-AA3D-37069601CF79}" dt="2026-07-18T02:43:51.715" v="35" actId="20577"/>
          <ac:spMkLst>
            <pc:docMk/>
            <pc:sldMk cId="3469057003" sldId="12881"/>
            <ac:spMk id="5" creationId="{56A64065-B765-9125-61F4-60ACDA9D5806}"/>
          </ac:spMkLst>
        </pc:spChg>
        <pc:spChg chg="del">
          <ac:chgData name="Gutierrez, Daniel" userId="3b31aeed-ad62-48bd-9fce-c8e88534c20b" providerId="ADAL" clId="{F43653B4-A945-41F0-AA3D-37069601CF79}" dt="2026-07-18T02:47:58.299" v="107" actId="478"/>
          <ac:spMkLst>
            <pc:docMk/>
            <pc:sldMk cId="3469057003" sldId="12881"/>
            <ac:spMk id="6" creationId="{36BC9098-4647-EC2D-0E9D-913F95CC6B33}"/>
          </ac:spMkLst>
        </pc:spChg>
        <pc:spChg chg="del">
          <ac:chgData name="Gutierrez, Daniel" userId="3b31aeed-ad62-48bd-9fce-c8e88534c20b" providerId="ADAL" clId="{F43653B4-A945-41F0-AA3D-37069601CF79}" dt="2026-07-18T02:46:53.808" v="36" actId="478"/>
          <ac:spMkLst>
            <pc:docMk/>
            <pc:sldMk cId="3469057003" sldId="12881"/>
            <ac:spMk id="11" creationId="{E76FC3AA-FF55-A028-CFF0-EBB97DC12DE2}"/>
          </ac:spMkLst>
        </pc:spChg>
        <pc:spChg chg="mod">
          <ac:chgData name="Gutierrez, Daniel" userId="3b31aeed-ad62-48bd-9fce-c8e88534c20b" providerId="ADAL" clId="{F43653B4-A945-41F0-AA3D-37069601CF79}" dt="2026-07-18T02:47:30.174" v="69" actId="20577"/>
          <ac:spMkLst>
            <pc:docMk/>
            <pc:sldMk cId="3469057003" sldId="12881"/>
            <ac:spMk id="63" creationId="{B5715BB5-E3AC-C60F-43D3-1E0E64777FF3}"/>
          </ac:spMkLst>
        </pc:spChg>
        <pc:picChg chg="add mod">
          <ac:chgData name="Gutierrez, Daniel" userId="3b31aeed-ad62-48bd-9fce-c8e88534c20b" providerId="ADAL" clId="{F43653B4-A945-41F0-AA3D-37069601CF79}" dt="2026-07-18T02:42:52.939" v="2"/>
          <ac:picMkLst>
            <pc:docMk/>
            <pc:sldMk cId="3469057003" sldId="12881"/>
            <ac:picMk id="4" creationId="{E8E54000-29F6-2204-33D9-CCBD18F2FD0A}"/>
          </ac:picMkLst>
        </pc:picChg>
        <pc:picChg chg="add del">
          <ac:chgData name="Gutierrez, Daniel" userId="3b31aeed-ad62-48bd-9fce-c8e88534c20b" providerId="ADAL" clId="{F43653B4-A945-41F0-AA3D-37069601CF79}" dt="2026-07-18T02:42:58.556" v="4" actId="478"/>
          <ac:picMkLst>
            <pc:docMk/>
            <pc:sldMk cId="3469057003" sldId="12881"/>
            <ac:picMk id="9" creationId="{3ACBB986-C455-4BBF-E4BE-04DA480F461C}"/>
          </ac:picMkLst>
        </pc:picChg>
        <pc:picChg chg="add mod">
          <ac:chgData name="Gutierrez, Daniel" userId="3b31aeed-ad62-48bd-9fce-c8e88534c20b" providerId="ADAL" clId="{F43653B4-A945-41F0-AA3D-37069601CF79}" dt="2026-07-18T02:43:01.279" v="6" actId="1076"/>
          <ac:picMkLst>
            <pc:docMk/>
            <pc:sldMk cId="3469057003" sldId="12881"/>
            <ac:picMk id="13" creationId="{BEEC9D2C-5670-C4F3-996D-2873160092B6}"/>
          </ac:picMkLst>
        </pc:picChg>
      </pc:sldChg>
      <pc:sldChg chg="addSp delSp modSp add mod">
        <pc:chgData name="Gutierrez, Daniel" userId="3b31aeed-ad62-48bd-9fce-c8e88534c20b" providerId="ADAL" clId="{F43653B4-A945-41F0-AA3D-37069601CF79}" dt="2026-07-18T02:47:48.032" v="106" actId="20577"/>
        <pc:sldMkLst>
          <pc:docMk/>
          <pc:sldMk cId="2316733210" sldId="12882"/>
        </pc:sldMkLst>
        <pc:spChg chg="mod">
          <ac:chgData name="Gutierrez, Daniel" userId="3b31aeed-ad62-48bd-9fce-c8e88534c20b" providerId="ADAL" clId="{F43653B4-A945-41F0-AA3D-37069601CF79}" dt="2026-07-18T02:47:48.032" v="106" actId="20577"/>
          <ac:spMkLst>
            <pc:docMk/>
            <pc:sldMk cId="2316733210" sldId="12882"/>
            <ac:spMk id="5" creationId="{10E22246-5B8B-8291-5949-E25005E01E96}"/>
          </ac:spMkLst>
        </pc:spChg>
        <pc:spChg chg="del">
          <ac:chgData name="Gutierrez, Daniel" userId="3b31aeed-ad62-48bd-9fce-c8e88534c20b" providerId="ADAL" clId="{F43653B4-A945-41F0-AA3D-37069601CF79}" dt="2026-07-18T02:47:16.656" v="37" actId="478"/>
          <ac:spMkLst>
            <pc:docMk/>
            <pc:sldMk cId="2316733210" sldId="12882"/>
            <ac:spMk id="9" creationId="{F609CF6D-1E6B-5AD1-E73D-BA017B0A5554}"/>
          </ac:spMkLst>
        </pc:spChg>
        <pc:spChg chg="mod">
          <ac:chgData name="Gutierrez, Daniel" userId="3b31aeed-ad62-48bd-9fce-c8e88534c20b" providerId="ADAL" clId="{F43653B4-A945-41F0-AA3D-37069601CF79}" dt="2026-07-18T02:47:36.349" v="94" actId="20577"/>
          <ac:spMkLst>
            <pc:docMk/>
            <pc:sldMk cId="2316733210" sldId="12882"/>
            <ac:spMk id="63" creationId="{0085A623-A1DE-F8C3-CC34-E26694ED9832}"/>
          </ac:spMkLst>
        </pc:spChg>
        <pc:picChg chg="add mod">
          <ac:chgData name="Gutierrez, Daniel" userId="3b31aeed-ad62-48bd-9fce-c8e88534c20b" providerId="ADAL" clId="{F43653B4-A945-41F0-AA3D-37069601CF79}" dt="2026-07-18T02:47:22.953" v="40" actId="1076"/>
          <ac:picMkLst>
            <pc:docMk/>
            <pc:sldMk cId="2316733210" sldId="12882"/>
            <ac:picMk id="4" creationId="{41DF41C5-B8E6-DD8C-CE7B-81C5D16B31B7}"/>
          </ac:picMkLst>
        </pc:picChg>
        <pc:picChg chg="del">
          <ac:chgData name="Gutierrez, Daniel" userId="3b31aeed-ad62-48bd-9fce-c8e88534c20b" providerId="ADAL" clId="{F43653B4-A945-41F0-AA3D-37069601CF79}" dt="2026-07-18T02:47:20.931" v="38" actId="478"/>
          <ac:picMkLst>
            <pc:docMk/>
            <pc:sldMk cId="2316733210" sldId="12882"/>
            <ac:picMk id="19" creationId="{7429FA3D-20BF-2FC3-E2BF-B65B10B50659}"/>
          </ac:picMkLst>
        </pc:picChg>
      </pc:sldChg>
      <pc:sldChg chg="add">
        <pc:chgData name="Gutierrez, Daniel" userId="3b31aeed-ad62-48bd-9fce-c8e88534c20b" providerId="ADAL" clId="{F43653B4-A945-41F0-AA3D-37069601CF79}" dt="2026-07-18T02:42:47.183" v="0"/>
        <pc:sldMkLst>
          <pc:docMk/>
          <pc:sldMk cId="1230317643" sldId="12883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7/17/2026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7/17/2026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9C488-63C7-F94C-397A-D6EC6F8D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72E00A-DF98-6026-7735-1675163C7F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950183-F46A-9C3D-A92A-90497C551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44D91-32D1-8508-1BEE-5DA3D9E9BD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99E05-4620-4DB7-B59C-FEB82F418387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741235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4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4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4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62919333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5393323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</p:spTree>
    <p:extLst>
      <p:ext uri="{BB962C8B-B14F-4D97-AF65-F5344CB8AC3E}">
        <p14:creationId xmlns:p14="http://schemas.microsoft.com/office/powerpoint/2010/main" val="1787603714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457200" y="3451572"/>
            <a:ext cx="11274552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4" name="CaseCode">
            <a:extLst>
              <a:ext uri="{FF2B5EF4-FFF2-40B4-BE49-F238E27FC236}">
                <a16:creationId xmlns:a16="http://schemas.microsoft.com/office/drawing/2014/main" id="{08A4AA8C-A518-8737-7939-D6683E965C83}"/>
              </a:ext>
            </a:extLst>
          </p:cNvPr>
          <p:cNvSpPr txBox="1"/>
          <p:nvPr userDrawn="1"/>
        </p:nvSpPr>
        <p:spPr>
          <a:xfrm>
            <a:off x="7406640" y="6519672"/>
            <a:ext cx="382510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s-MX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Título de la presentación</a:t>
            </a:r>
            <a:b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s-MX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[Para editar, haga </a:t>
            </a: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click en View &gt; Slide Master &gt; Slide Master]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D13F7452-90F4-9422-6CB8-92EC4E4136F1}"/>
              </a:ext>
            </a:extLst>
          </p:cNvPr>
          <p:cNvSpPr txBox="1"/>
          <p:nvPr userDrawn="1"/>
        </p:nvSpPr>
        <p:spPr>
          <a:xfrm>
            <a:off x="457200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© 2026 Deloitte S-Latam, S.C.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791193-BF26-01EF-1D12-984BC56C1FCF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46898D38-B1B7-1EF5-0749-785B1F7197F4}"/>
              </a:ext>
            </a:extLst>
          </p:cNvPr>
          <p:cNvSpPr txBox="1"/>
          <p:nvPr userDrawn="1"/>
        </p:nvSpPr>
        <p:spPr>
          <a:xfrm>
            <a:off x="4827373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ts val="450"/>
              </a:spcBef>
              <a:buSzPct val="100000"/>
              <a:buFont typeface="Arial"/>
              <a:buNone/>
            </a:pPr>
            <a:r>
              <a:rPr lang="es-MX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Información confidencial</a:t>
            </a:r>
          </a:p>
        </p:txBody>
      </p:sp>
    </p:spTree>
    <p:extLst>
      <p:ext uri="{BB962C8B-B14F-4D97-AF65-F5344CB8AC3E}">
        <p14:creationId xmlns:p14="http://schemas.microsoft.com/office/powerpoint/2010/main" val="2866718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Accessible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457200" y="3456432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4" name="CaseCode">
            <a:extLst>
              <a:ext uri="{FF2B5EF4-FFF2-40B4-BE49-F238E27FC236}">
                <a16:creationId xmlns:a16="http://schemas.microsoft.com/office/drawing/2014/main" id="{429FA108-706D-9252-2F89-E52BE26CD115}"/>
              </a:ext>
            </a:extLst>
          </p:cNvPr>
          <p:cNvSpPr txBox="1"/>
          <p:nvPr userDrawn="1"/>
        </p:nvSpPr>
        <p:spPr>
          <a:xfrm>
            <a:off x="7406640" y="6519672"/>
            <a:ext cx="382510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s-MX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Título de la presentación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s-MX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[Para editar, haga </a:t>
            </a: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click en View &gt; Slide Master &gt; Slide Master]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C5C91507-4ED2-B8A8-B272-B3291BF6A23A}"/>
              </a:ext>
            </a:extLst>
          </p:cNvPr>
          <p:cNvSpPr txBox="1"/>
          <p:nvPr userDrawn="1"/>
        </p:nvSpPr>
        <p:spPr>
          <a:xfrm>
            <a:off x="457200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© 2026 Deloitte S-Latam, S.C.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AD7950-85D2-C33E-E576-22AA33DACD9C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AB5D9F1E-EFF7-BAA3-68D9-9F41E4E0DE20}"/>
              </a:ext>
            </a:extLst>
          </p:cNvPr>
          <p:cNvSpPr txBox="1"/>
          <p:nvPr userDrawn="1"/>
        </p:nvSpPr>
        <p:spPr>
          <a:xfrm>
            <a:off x="4827373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ts val="450"/>
              </a:spcBef>
              <a:buSzPct val="100000"/>
              <a:buFont typeface="Arial"/>
              <a:buNone/>
            </a:pPr>
            <a:r>
              <a:rPr lang="es-MX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Información confidencial</a:t>
            </a:r>
          </a:p>
        </p:txBody>
      </p:sp>
    </p:spTree>
    <p:extLst>
      <p:ext uri="{BB962C8B-B14F-4D97-AF65-F5344CB8AC3E}">
        <p14:creationId xmlns:p14="http://schemas.microsoft.com/office/powerpoint/2010/main" val="1418350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Accessible Teal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60CC504-C642-CAD5-61BD-E184E479D1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FD8C8D7-FC7E-145B-B314-E6EBE79FFB2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57200" y="3456432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2" name="CaseCode">
            <a:extLst>
              <a:ext uri="{FF2B5EF4-FFF2-40B4-BE49-F238E27FC236}">
                <a16:creationId xmlns:a16="http://schemas.microsoft.com/office/drawing/2014/main" id="{E37A9BFA-1475-648F-FDA4-F4282BD8B164}"/>
              </a:ext>
            </a:extLst>
          </p:cNvPr>
          <p:cNvSpPr txBox="1"/>
          <p:nvPr userDrawn="1"/>
        </p:nvSpPr>
        <p:spPr>
          <a:xfrm>
            <a:off x="7406640" y="6519672"/>
            <a:ext cx="382510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s-MX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Título de la presentación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s-MX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[Para editar, haga </a:t>
            </a: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click en View &gt; Slide Master &gt; Slide Master]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B969BF7-EB44-A629-01CB-7250E7663338}"/>
              </a:ext>
            </a:extLst>
          </p:cNvPr>
          <p:cNvSpPr txBox="1"/>
          <p:nvPr userDrawn="1"/>
        </p:nvSpPr>
        <p:spPr>
          <a:xfrm>
            <a:off x="457200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© 2026 Deloitte S-Latam, S.C.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F6D9E0-0B49-CB7E-EADC-23A540BB37B9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4AF955F7-8385-4EFC-10F8-C0F54B6BD3FD}"/>
              </a:ext>
            </a:extLst>
          </p:cNvPr>
          <p:cNvSpPr txBox="1"/>
          <p:nvPr userDrawn="1"/>
        </p:nvSpPr>
        <p:spPr>
          <a:xfrm>
            <a:off x="4827373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ts val="450"/>
              </a:spcBef>
              <a:buSzPct val="100000"/>
              <a:buFont typeface="Arial"/>
              <a:buNone/>
            </a:pPr>
            <a:r>
              <a:rPr lang="es-MX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Información confidencial</a:t>
            </a:r>
          </a:p>
        </p:txBody>
      </p:sp>
    </p:spTree>
    <p:extLst>
      <p:ext uri="{BB962C8B-B14F-4D97-AF65-F5344CB8AC3E}">
        <p14:creationId xmlns:p14="http://schemas.microsoft.com/office/powerpoint/2010/main" val="5860533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Accessible Blue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E58C20-370C-728D-70BA-DDC6ADA472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692CE7D-8322-F37D-A263-8628F272E56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57200" y="3456432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2" name="CaseCode">
            <a:extLst>
              <a:ext uri="{FF2B5EF4-FFF2-40B4-BE49-F238E27FC236}">
                <a16:creationId xmlns:a16="http://schemas.microsoft.com/office/drawing/2014/main" id="{F47EE364-13E7-90D0-BCE0-9A8A71064E31}"/>
              </a:ext>
            </a:extLst>
          </p:cNvPr>
          <p:cNvSpPr txBox="1"/>
          <p:nvPr userDrawn="1"/>
        </p:nvSpPr>
        <p:spPr>
          <a:xfrm>
            <a:off x="7406640" y="6519672"/>
            <a:ext cx="382510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s-MX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Título de la presentación</a:t>
            </a:r>
            <a:b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s-MX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[Para editar, haga </a:t>
            </a: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click en View &gt; Slide Master &gt; Slide Master]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21C336C5-9727-6F80-8A8A-5BF5889D31F7}"/>
              </a:ext>
            </a:extLst>
          </p:cNvPr>
          <p:cNvSpPr txBox="1"/>
          <p:nvPr userDrawn="1"/>
        </p:nvSpPr>
        <p:spPr>
          <a:xfrm>
            <a:off x="457200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© 2026 Deloitte S-Latam, S.C.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7B46B6-5DB8-20B1-606F-CC7007E98FD5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opyright">
            <a:extLst>
              <a:ext uri="{FF2B5EF4-FFF2-40B4-BE49-F238E27FC236}">
                <a16:creationId xmlns:a16="http://schemas.microsoft.com/office/drawing/2014/main" id="{798AB818-FD72-1CDF-F6EB-D77FC8C6DC46}"/>
              </a:ext>
            </a:extLst>
          </p:cNvPr>
          <p:cNvSpPr txBox="1"/>
          <p:nvPr userDrawn="1"/>
        </p:nvSpPr>
        <p:spPr>
          <a:xfrm>
            <a:off x="4827373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ts val="450"/>
              </a:spcBef>
              <a:buSzPct val="100000"/>
              <a:buFont typeface="Arial"/>
              <a:buNone/>
            </a:pPr>
            <a:r>
              <a:rPr lang="es-MX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Información confidencial</a:t>
            </a:r>
          </a:p>
        </p:txBody>
      </p:sp>
    </p:spTree>
    <p:extLst>
      <p:ext uri="{BB962C8B-B14F-4D97-AF65-F5344CB8AC3E}">
        <p14:creationId xmlns:p14="http://schemas.microsoft.com/office/powerpoint/2010/main" val="39143245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57200" y="3456432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133888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96C364-9ED6-42C4-8FC2-1F9C6CB165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48477"/>
            <a:ext cx="5778080" cy="484791"/>
          </a:xfrm>
        </p:spPr>
        <p:txBody>
          <a:bodyPr>
            <a:noAutofit/>
          </a:bodyPr>
          <a:lstStyle>
            <a:lvl1pPr>
              <a:defRPr sz="3200" b="1">
                <a:latin typeface="Aptos" panose="020B0004020202020204" pitchFamily="34" charset="0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D421831-C244-4DE0-8DE2-755D7D7315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33269"/>
            <a:ext cx="5465380" cy="863162"/>
          </a:xfrm>
        </p:spPr>
        <p:txBody>
          <a:bodyPr>
            <a:noAutofit/>
          </a:bodyPr>
          <a:lstStyle>
            <a:lvl1pPr>
              <a:defRPr sz="3200" b="0">
                <a:latin typeface="Aptos" panose="020B0004020202020204" pitchFamily="34" charset="0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90991332"/>
      </p:ext>
    </p:extLst>
  </p:cSld>
  <p:clrMapOvr>
    <a:masterClrMapping/>
  </p:clrMapOvr>
  <p:transition>
    <p:fade/>
  </p:transition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18864834"/>
      </p:ext>
    </p:extLst>
  </p:cSld>
  <p:clrMapOvr>
    <a:masterClrMapping/>
  </p:clrMapOvr>
  <p:transition>
    <p:fade/>
  </p:transition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97687339"/>
      </p:ext>
    </p:extLst>
  </p:cSld>
  <p:clrMapOvr>
    <a:masterClrMapping/>
  </p:clrMapOvr>
  <p:transition>
    <p:fade/>
  </p:transition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63DAA5C-077F-FE00-63CE-03BEF637C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6905916"/>
      </p:ext>
    </p:extLst>
  </p:cSld>
  <p:clrMapOvr>
    <a:masterClrMapping/>
  </p:clrMapOvr>
  <p:transition>
    <p:fade/>
  </p:transition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DD490B8-B418-78D3-2E0B-461A61F70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36713089"/>
      </p:ext>
    </p:extLst>
  </p:cSld>
  <p:clrMapOvr>
    <a:masterClrMapping/>
  </p:clrMapOvr>
  <p:transition>
    <p:fade/>
  </p:transition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B191C74-910B-0CFC-9067-143443C4A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1588055"/>
      </p:ext>
    </p:extLst>
  </p:cSld>
  <p:clrMapOvr>
    <a:masterClrMapping/>
  </p:clrMapOvr>
  <p:transition>
    <p:fade/>
  </p:transition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B60B513-6C68-425A-86AC-3FC42F4B2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90321375"/>
      </p:ext>
    </p:extLst>
  </p:cSld>
  <p:clrMapOvr>
    <a:masterClrMapping/>
  </p:clrMapOvr>
  <p:transition>
    <p:fade/>
  </p:transition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7D2A86E-3485-4064-F11B-592641772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96810A4-9AE7-5408-F486-24386EED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68246035"/>
      </p:ext>
    </p:extLst>
  </p:cSld>
  <p:clrMapOvr>
    <a:masterClrMapping/>
  </p:clrMapOvr>
  <p:transition>
    <p:fade/>
  </p:transition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362A436-16E9-8D92-CE75-CF090274A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682601"/>
      </p:ext>
    </p:extLst>
  </p:cSld>
  <p:clrMapOvr>
    <a:masterClrMapping/>
  </p:clrMapOvr>
  <p:transition>
    <p:fade/>
  </p:transition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800" b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1BEBA89D-3AAC-3CB0-C580-EB5B54573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254551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with imag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96C364-9ED6-42C4-8FC2-1F9C6CB165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47472"/>
            <a:ext cx="5465380" cy="484791"/>
          </a:xfrm>
        </p:spPr>
        <p:txBody>
          <a:bodyPr>
            <a:noAutofit/>
          </a:bodyPr>
          <a:lstStyle>
            <a:lvl1pPr>
              <a:defRPr sz="3200" b="1">
                <a:latin typeface="Aptos" panose="020B0004020202020204" pitchFamily="34" charset="0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D421831-C244-4DE0-8DE2-755D7D7315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32104"/>
            <a:ext cx="5465380" cy="863162"/>
          </a:xfrm>
        </p:spPr>
        <p:txBody>
          <a:bodyPr>
            <a:noAutofit/>
          </a:bodyPr>
          <a:lstStyle>
            <a:lvl1pPr>
              <a:defRPr sz="3200" b="0">
                <a:latin typeface="Aptos" panose="020B0004020202020204" pitchFamily="34" charset="0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22755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856673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8D36622-3315-0885-4F7E-8CCDE0C2BA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59348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77579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2C4463-3F55-0B57-ECFE-555C0A178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444224991"/>
      </p:ext>
    </p:extLst>
  </p:cSld>
  <p:clrMapOvr>
    <a:masterClrMapping/>
  </p:clrMapOvr>
  <p:transition>
    <p:fade/>
  </p:transition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7579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DF503BF-FE6C-E555-3A41-CFFD6414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77579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2637103"/>
      </p:ext>
    </p:extLst>
  </p:cSld>
  <p:clrMapOvr>
    <a:masterClrMapping/>
  </p:clrMapOvr>
  <p:transition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F14D54C-54B5-CC50-7E64-122407456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7048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9814472"/>
      </p:ext>
    </p:extLst>
  </p:cSld>
  <p:clrMapOvr>
    <a:masterClrMapping/>
  </p:clrMapOvr>
  <p:transition>
    <p:fade/>
  </p:transition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F0D7E5-2029-3151-0D44-92D925760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12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0D7E5-2029-3151-0D44-92D925760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86DEB7A-2D80-0936-9E40-8E28EEB0E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7F64B02-86CD-B81B-86B2-05391A92AC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EE392B-1FEE-21B0-181D-C9962A3FE8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2232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C71861D-BC3F-2DAD-BA49-86947F937C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744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62757C-35E9-6C73-1638-E2D99D8D412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05256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838375"/>
      </p:ext>
    </p:extLst>
  </p:cSld>
  <p:clrMapOvr>
    <a:masterClrMapping/>
  </p:clrMapOvr>
  <p:transition>
    <p:fade/>
  </p:transition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E4C1F1A-C2FD-0E2E-2497-1640B8CFB7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92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C1F1A-C2FD-0E2E-2497-1640B8CFB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5352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5352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804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0744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9804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00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8DB5DD3-41BE-3F94-9CAF-1C6AF307A2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00744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685A54B-009E-7531-D093-9C1E6AA6E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09F11E-B446-F54E-C136-D44C717D2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62087470"/>
      </p:ext>
    </p:extLst>
  </p:cSld>
  <p:clrMapOvr>
    <a:masterClrMapping/>
  </p:clrMapOvr>
  <p:transition>
    <p:fade/>
  </p:transition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D7B41BD-8ED5-299A-47F6-EACF78AFC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E79773-3B23-90E9-4D48-A5FDB54800E7}"/>
              </a:ext>
            </a:extLst>
          </p:cNvPr>
          <p:cNvSpPr/>
          <p:nvPr/>
        </p:nvSpPr>
        <p:spPr>
          <a:xfrm>
            <a:off x="6245352" y="1677307"/>
            <a:ext cx="5508000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2B04A7-88BB-C053-00D5-6E084E746EAB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282340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7952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4C074566-129B-653D-CAB9-0DAF93F2A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036774"/>
      </p:ext>
    </p:extLst>
  </p:cSld>
  <p:clrMapOvr>
    <a:masterClrMapping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head &amp;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3600" spc="-75" dirty="0">
                <a:latin typeface="+mj-lt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914721" y="1353312"/>
            <a:ext cx="10362880" cy="475488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200"/>
            </a:lvl1pPr>
          </a:lstStyle>
          <a:p>
            <a:pPr marL="228600" lvl="0" indent="-228600">
              <a:lnSpc>
                <a:spcPct val="130000"/>
              </a:lnSpc>
            </a:pPr>
            <a:r>
              <a:rPr lang="en-US"/>
              <a:t>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914971" y="46634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32500141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readcrumb, Title,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3" imgH="493" progId="TCLayout.ActiveDocument.1">
                  <p:embed/>
                </p:oleObj>
              </mc:Choice>
              <mc:Fallback>
                <p:oleObj name="think-cell Slide" r:id="rId3" imgW="493" imgH="49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1763"/>
            <a:ext cx="11106150" cy="479076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2600" b="0" spc="-75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57200" y="1214847"/>
            <a:ext cx="11106150" cy="479076"/>
          </a:xfrm>
        </p:spPr>
        <p:txBody>
          <a:bodyPr vert="horz" lIns="0" tIns="0" rIns="0" bIns="0" rtlCol="0">
            <a:noAutofit/>
          </a:bodyPr>
          <a:lstStyle>
            <a:lvl1pPr marL="0" indent="0">
              <a:spcAft>
                <a:spcPts val="600"/>
              </a:spcAft>
              <a:buNone/>
              <a:defRPr lang="en-US" sz="1200" spc="-3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228600" lvl="0" indent="-228600">
              <a:lnSpc>
                <a:spcPct val="13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FB7861E-9A39-4D87-8083-102F69CC0A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466344"/>
            <a:ext cx="8156448" cy="20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228600" lvl="0" indent="-228600"/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13282504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Relationship Id="rId32" Type="http://schemas.openxmlformats.org/officeDocument/2006/relationships/tags" Target="../tags/tag2.xml"/><Relationship Id="rId33" Type="http://schemas.openxmlformats.org/officeDocument/2006/relationships/oleObject" Target="../embeddings/oleObject1.bin"/><Relationship Id="rId3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2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3" imgW="270" imgH="270" progId="TCLayout.ActiveDocument.1">
                  <p:embed/>
                </p:oleObj>
              </mc:Choice>
              <mc:Fallback>
                <p:oleObj name="think-cell Slide" r:id="rId3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8" name="Copyright"/>
          <p:cNvSpPr txBox="1"/>
          <p:nvPr/>
        </p:nvSpPr>
        <p:spPr>
          <a:xfrm>
            <a:off x="457200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© 2026 Deloitte S-Latam, S.C.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 dirty="0">
              <a:solidFill>
                <a:srgbClr val="75787B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B3A282DC-50BE-AE33-FABD-30122E0C1038}"/>
              </a:ext>
            </a:extLst>
          </p:cNvPr>
          <p:cNvSpPr txBox="1"/>
          <p:nvPr userDrawn="1"/>
        </p:nvSpPr>
        <p:spPr>
          <a:xfrm>
            <a:off x="4827373" y="6519672"/>
            <a:ext cx="26402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>
              <a:spcBef>
                <a:spcPts val="450"/>
              </a:spcBef>
              <a:buSzPct val="100000"/>
              <a:buFont typeface="Arial"/>
              <a:buNone/>
            </a:pPr>
            <a:r>
              <a:rPr lang="es-MX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Información confidencial</a:t>
            </a:r>
          </a:p>
        </p:txBody>
      </p:sp>
    </p:spTree>
    <p:extLst>
      <p:ext uri="{BB962C8B-B14F-4D97-AF65-F5344CB8AC3E}">
        <p14:creationId xmlns:p14="http://schemas.microsoft.com/office/powerpoint/2010/main" val="479652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7" r:id="rId1"/>
    <p:sldLayoutId id="2147484258" r:id="rId2"/>
    <p:sldLayoutId id="2147484259" r:id="rId3"/>
    <p:sldLayoutId id="2147484260" r:id="rId4"/>
    <p:sldLayoutId id="2147484261" r:id="rId5"/>
    <p:sldLayoutId id="2147484262" r:id="rId6"/>
    <p:sldLayoutId id="2147484263" r:id="rId7"/>
    <p:sldLayoutId id="2147484264" r:id="rId8"/>
    <p:sldLayoutId id="2147484265" r:id="rId9"/>
    <p:sldLayoutId id="2147484266" r:id="rId10"/>
    <p:sldLayoutId id="2147484267" r:id="rId11"/>
    <p:sldLayoutId id="2147484268" r:id="rId12"/>
    <p:sldLayoutId id="2147484269" r:id="rId13"/>
    <p:sldLayoutId id="2147484270" r:id="rId14"/>
    <p:sldLayoutId id="2147484271" r:id="rId15"/>
    <p:sldLayoutId id="2147484272" r:id="rId16"/>
    <p:sldLayoutId id="2147484273" r:id="rId17"/>
    <p:sldLayoutId id="2147484274" r:id="rId18"/>
    <p:sldLayoutId id="2147484275" r:id="rId19"/>
    <p:sldLayoutId id="2147484276" r:id="rId20"/>
    <p:sldLayoutId id="2147484277" r:id="rId21"/>
    <p:sldLayoutId id="2147484278" r:id="rId22"/>
    <p:sldLayoutId id="2147484279" r:id="rId23"/>
    <p:sldLayoutId id="2147484280" r:id="rId24"/>
    <p:sldLayoutId id="2147484281" r:id="rId25"/>
    <p:sldLayoutId id="2147484282" r:id="rId26"/>
    <p:sldLayoutId id="2147484283" r:id="rId27"/>
    <p:sldLayoutId id="2147484284" r:id="rId28"/>
    <p:sldLayoutId id="2147484285" r:id="rId29"/>
    <p:sldLayoutId id="2147484286" r:id="rId30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Aptos" panose="020B0004020202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85" pos="3936" userDrawn="1">
          <p15:clr>
            <a:srgbClr val="F26B43"/>
          </p15:clr>
        </p15:guide>
        <p15:guide id="87" orient="horz" pos="4104" userDrawn="1">
          <p15:clr>
            <a:srgbClr val="F26B43"/>
          </p15:clr>
        </p15:guide>
        <p15:guide id="88" orient="horz" pos="1056" userDrawn="1">
          <p15:clr>
            <a:srgbClr val="F26B43"/>
          </p15:clr>
        </p15:guide>
        <p15:guide id="89" pos="3840" userDrawn="1">
          <p15:clr>
            <a:srgbClr val="F26B43"/>
          </p15:clr>
        </p15:guide>
        <p15:guide id="90" pos="7392" userDrawn="1">
          <p15:clr>
            <a:srgbClr val="F26B43"/>
          </p15:clr>
        </p15:guide>
        <p15:guide id="91" orient="horz" pos="216" userDrawn="1">
          <p15:clr>
            <a:srgbClr val="F26B43"/>
          </p15:clr>
        </p15:guide>
        <p15:guide id="92" orient="horz" pos="432" userDrawn="1">
          <p15:clr>
            <a:srgbClr val="F26B43"/>
          </p15:clr>
        </p15:guide>
        <p15:guide id="93" pos="288" userDrawn="1">
          <p15:clr>
            <a:srgbClr val="F26B43"/>
          </p15:clr>
        </p15:guide>
        <p15:guide id="94" pos="374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6.png"/><Relationship Id="rId3" Type="http://schemas.openxmlformats.org/officeDocument/2006/relationships/image" Target="../media/image8.sv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01BD-63B8-B2E2-936E-66D03B07E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8">
            <a:extLst>
              <a:ext uri="{FF2B5EF4-FFF2-40B4-BE49-F238E27FC236}">
                <a16:creationId xmlns:a16="http://schemas.microsoft.com/office/drawing/2014/main" id="{04FDF89B-82B5-3D7A-0B95-7EA485AFD1E5}"/>
              </a:ext>
            </a:extLst>
          </p:cNvPr>
          <p:cNvSpPr/>
          <p:nvPr/>
        </p:nvSpPr>
        <p:spPr>
          <a:xfrm>
            <a:off x="233662" y="2914422"/>
            <a:ext cx="3240647" cy="3703353"/>
          </a:xfrm>
          <a:custGeom>
            <a:avLst/>
            <a:gdLst/>
            <a:ahLst/>
            <a:cxnLst/>
            <a:rect l="l" t="t" r="r" b="b"/>
            <a:pathLst>
              <a:path w="2075814" h="2875915">
                <a:moveTo>
                  <a:pt x="0" y="2875787"/>
                </a:moveTo>
                <a:lnTo>
                  <a:pt x="2075688" y="2875787"/>
                </a:lnTo>
                <a:lnTo>
                  <a:pt x="2075688" y="0"/>
                </a:lnTo>
                <a:lnTo>
                  <a:pt x="0" y="0"/>
                </a:lnTo>
                <a:lnTo>
                  <a:pt x="0" y="2875787"/>
                </a:lnTo>
                <a:close/>
              </a:path>
            </a:pathLst>
          </a:custGeom>
          <a:ln w="6350">
            <a:solidFill>
              <a:srgbClr val="009A44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45AE8884-9478-4003-BD08-CAAE2168057F}"/>
              </a:ext>
            </a:extLst>
          </p:cNvPr>
          <p:cNvSpPr txBox="1"/>
          <p:nvPr/>
        </p:nvSpPr>
        <p:spPr>
          <a:xfrm>
            <a:off x="1162328" y="2809350"/>
            <a:ext cx="1383315" cy="354584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587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>
                <a:solidFill>
                  <a:srgbClr val="009A44"/>
                </a:solidFill>
                <a:latin typeface="Open Sans"/>
                <a:cs typeface="Arial"/>
              </a:rPr>
              <a:t>HABILIDADES CLAVE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9A44"/>
              </a:solidFill>
              <a:effectLst/>
              <a:uLnTx/>
              <a:uFillTx/>
              <a:latin typeface="Open Sans"/>
              <a:ea typeface="+mn-ea"/>
              <a:cs typeface="Arial"/>
            </a:endParaRPr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AECB965D-98FD-FB15-DE41-17D9FF5725EB}"/>
              </a:ext>
            </a:extLst>
          </p:cNvPr>
          <p:cNvSpPr/>
          <p:nvPr/>
        </p:nvSpPr>
        <p:spPr>
          <a:xfrm>
            <a:off x="3606493" y="2504098"/>
            <a:ext cx="8201794" cy="3280473"/>
          </a:xfrm>
          <a:custGeom>
            <a:avLst/>
            <a:gdLst/>
            <a:ahLst/>
            <a:cxnLst/>
            <a:rect l="l" t="t" r="r" b="b"/>
            <a:pathLst>
              <a:path w="6259195" h="3949065">
                <a:moveTo>
                  <a:pt x="0" y="3948684"/>
                </a:moveTo>
                <a:lnTo>
                  <a:pt x="6259067" y="3948684"/>
                </a:lnTo>
                <a:lnTo>
                  <a:pt x="6259067" y="0"/>
                </a:lnTo>
                <a:lnTo>
                  <a:pt x="0" y="0"/>
                </a:lnTo>
                <a:lnTo>
                  <a:pt x="0" y="3948684"/>
                </a:lnTo>
                <a:close/>
              </a:path>
            </a:pathLst>
          </a:custGeom>
          <a:ln w="6350">
            <a:solidFill>
              <a:srgbClr val="009A44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BF855E11-80A4-9D91-D854-A4E573DDF290}"/>
              </a:ext>
            </a:extLst>
          </p:cNvPr>
          <p:cNvSpPr/>
          <p:nvPr/>
        </p:nvSpPr>
        <p:spPr>
          <a:xfrm>
            <a:off x="3608933" y="5924209"/>
            <a:ext cx="8201794" cy="680120"/>
          </a:xfrm>
          <a:custGeom>
            <a:avLst/>
            <a:gdLst/>
            <a:ahLst/>
            <a:cxnLst/>
            <a:rect l="l" t="t" r="r" b="b"/>
            <a:pathLst>
              <a:path w="6250305" h="1146175">
                <a:moveTo>
                  <a:pt x="0" y="1146048"/>
                </a:moveTo>
                <a:lnTo>
                  <a:pt x="6249923" y="1146048"/>
                </a:lnTo>
                <a:lnTo>
                  <a:pt x="6249923" y="0"/>
                </a:lnTo>
                <a:lnTo>
                  <a:pt x="0" y="0"/>
                </a:lnTo>
                <a:lnTo>
                  <a:pt x="0" y="1146048"/>
                </a:lnTo>
                <a:close/>
              </a:path>
            </a:pathLst>
          </a:custGeom>
          <a:ln w="6350">
            <a:solidFill>
              <a:srgbClr val="009A44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4C30423-0E13-98DA-1B3E-72AC806875E5}"/>
              </a:ext>
            </a:extLst>
          </p:cNvPr>
          <p:cNvGrpSpPr/>
          <p:nvPr/>
        </p:nvGrpSpPr>
        <p:grpSpPr>
          <a:xfrm>
            <a:off x="3606493" y="1273351"/>
            <a:ext cx="8201794" cy="1046670"/>
            <a:chOff x="3606493" y="1417853"/>
            <a:chExt cx="8201794" cy="1261810"/>
          </a:xfrm>
        </p:grpSpPr>
        <p:sp>
          <p:nvSpPr>
            <p:cNvPr id="8" name="object 3">
              <a:extLst>
                <a:ext uri="{FF2B5EF4-FFF2-40B4-BE49-F238E27FC236}">
                  <a16:creationId xmlns:a16="http://schemas.microsoft.com/office/drawing/2014/main" id="{490CFCC1-B7B0-C60B-D057-8CE19F99F99D}"/>
                </a:ext>
              </a:extLst>
            </p:cNvPr>
            <p:cNvSpPr/>
            <p:nvPr/>
          </p:nvSpPr>
          <p:spPr>
            <a:xfrm>
              <a:off x="3606493" y="1533488"/>
              <a:ext cx="8201794" cy="1146175"/>
            </a:xfrm>
            <a:custGeom>
              <a:avLst/>
              <a:gdLst/>
              <a:ahLst/>
              <a:cxnLst/>
              <a:rect l="l" t="t" r="r" b="b"/>
              <a:pathLst>
                <a:path w="6250305" h="1146175">
                  <a:moveTo>
                    <a:pt x="0" y="1146048"/>
                  </a:moveTo>
                  <a:lnTo>
                    <a:pt x="6249923" y="1146048"/>
                  </a:lnTo>
                  <a:lnTo>
                    <a:pt x="6249923" y="0"/>
                  </a:lnTo>
                  <a:lnTo>
                    <a:pt x="0" y="0"/>
                  </a:lnTo>
                  <a:lnTo>
                    <a:pt x="0" y="1146048"/>
                  </a:lnTo>
                  <a:close/>
                </a:path>
              </a:pathLst>
            </a:custGeom>
            <a:ln w="6350">
              <a:solidFill>
                <a:srgbClr val="009A4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CA2C912-3763-1C67-4385-B0A69DE297F5}"/>
                </a:ext>
              </a:extLst>
            </p:cNvPr>
            <p:cNvGrpSpPr/>
            <p:nvPr/>
          </p:nvGrpSpPr>
          <p:grpSpPr>
            <a:xfrm>
              <a:off x="3606493" y="1417853"/>
              <a:ext cx="2111295" cy="235666"/>
              <a:chOff x="3606493" y="1417853"/>
              <a:chExt cx="2111295" cy="235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4AD42EF-3036-A460-2D35-D5F65F0C3DB6}"/>
                  </a:ext>
                </a:extLst>
              </p:cNvPr>
              <p:cNvSpPr/>
              <p:nvPr/>
            </p:nvSpPr>
            <p:spPr>
              <a:xfrm>
                <a:off x="3606493" y="1417853"/>
                <a:ext cx="1828800" cy="23566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38" name="object 12">
                <a:extLst>
                  <a:ext uri="{FF2B5EF4-FFF2-40B4-BE49-F238E27FC236}">
                    <a16:creationId xmlns:a16="http://schemas.microsoft.com/office/drawing/2014/main" id="{00566FA7-340A-EEFB-124B-4C9BE979EC93}"/>
                  </a:ext>
                </a:extLst>
              </p:cNvPr>
              <p:cNvSpPr txBox="1"/>
              <p:nvPr/>
            </p:nvSpPr>
            <p:spPr>
              <a:xfrm>
                <a:off x="3654118" y="1420062"/>
                <a:ext cx="2063670" cy="1892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25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9A44"/>
                    </a:solidFill>
                    <a:effectLst/>
                    <a:uLnTx/>
                    <a:uFillTx/>
                    <a:latin typeface="Open Sans"/>
                    <a:ea typeface="+mn-ea"/>
                    <a:cs typeface="Arial"/>
                  </a:rPr>
                  <a:t>RESUMEN EJECUTIVO</a:t>
                </a: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9A44"/>
                  </a:solidFill>
                  <a:effectLst/>
                  <a:uLnTx/>
                  <a:uFillTx/>
                  <a:latin typeface="Open Sans"/>
                  <a:ea typeface="+mn-ea"/>
                  <a:cs typeface="Arial"/>
                </a:endParaRPr>
              </a:p>
            </p:txBody>
          </p:sp>
        </p:grp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9155796D-E664-F88D-5CB4-8ADB910F0623}"/>
              </a:ext>
            </a:extLst>
          </p:cNvPr>
          <p:cNvSpPr/>
          <p:nvPr/>
        </p:nvSpPr>
        <p:spPr>
          <a:xfrm>
            <a:off x="3606493" y="2706724"/>
            <a:ext cx="1828800" cy="28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object 12">
            <a:extLst>
              <a:ext uri="{FF2B5EF4-FFF2-40B4-BE49-F238E27FC236}">
                <a16:creationId xmlns:a16="http://schemas.microsoft.com/office/drawing/2014/main" id="{732D36BC-06F5-369C-EC8C-1404682A76FA}"/>
              </a:ext>
            </a:extLst>
          </p:cNvPr>
          <p:cNvSpPr txBox="1"/>
          <p:nvPr/>
        </p:nvSpPr>
        <p:spPr>
          <a:xfrm>
            <a:off x="3666083" y="2408135"/>
            <a:ext cx="1916111" cy="20069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587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rgbClr val="009A44"/>
                </a:solidFill>
                <a:latin typeface="Open Sans"/>
                <a:cs typeface="Arial"/>
              </a:rPr>
              <a:t>EXPERIENCIA LABORAL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9A44"/>
              </a:solidFill>
              <a:effectLst/>
              <a:uLnTx/>
              <a:uFillTx/>
              <a:latin typeface="Open Sans"/>
              <a:ea typeface="+mn-ea"/>
              <a:cs typeface="Arial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F163B6-6771-4F8A-22A7-66340F93366A}"/>
              </a:ext>
            </a:extLst>
          </p:cNvPr>
          <p:cNvSpPr/>
          <p:nvPr/>
        </p:nvSpPr>
        <p:spPr>
          <a:xfrm>
            <a:off x="3609245" y="5695609"/>
            <a:ext cx="1828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7" name="object 12">
            <a:extLst>
              <a:ext uri="{FF2B5EF4-FFF2-40B4-BE49-F238E27FC236}">
                <a16:creationId xmlns:a16="http://schemas.microsoft.com/office/drawing/2014/main" id="{54F40747-2641-8411-92C3-0ADB586B565E}"/>
              </a:ext>
            </a:extLst>
          </p:cNvPr>
          <p:cNvSpPr txBox="1"/>
          <p:nvPr/>
        </p:nvSpPr>
        <p:spPr>
          <a:xfrm>
            <a:off x="3654118" y="5925625"/>
            <a:ext cx="1916111" cy="20069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587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9A44"/>
                </a:solidFill>
                <a:effectLst/>
                <a:uLnTx/>
                <a:uFillTx/>
                <a:latin typeface="Open Sans"/>
                <a:ea typeface="+mn-ea"/>
                <a:cs typeface="Arial"/>
              </a:rPr>
              <a:t>Industrias</a:t>
            </a: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B5715BB5-E3AC-C60F-43D3-1E0E64777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39832"/>
            <a:ext cx="11106150" cy="479076"/>
          </a:xfrm>
        </p:spPr>
        <p:txBody>
          <a:bodyPr vert="horz" lIns="0" tIns="45720" rIns="0" bIns="0" rtlCol="0" anchor="b" anchorCtr="0">
            <a:noAutofit/>
          </a:bodyPr>
          <a:lstStyle/>
          <a:p>
            <a:br>
              <a:rPr lang="es-MX" dirty="0"/>
            </a:br>
            <a:br>
              <a:rPr lang="es-MX" dirty="0"/>
            </a:br>
            <a:br>
              <a:rPr lang="en-US" dirty="0"/>
            </a:br>
            <a:r>
              <a:rPr lang="es-MX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Daniel Gutiérrez</a:t>
            </a:r>
            <a:endParaRPr lang="en-US" sz="3600" spc="-4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5" name="Text Placeholder 6">
            <a:extLst>
              <a:ext uri="{FF2B5EF4-FFF2-40B4-BE49-F238E27FC236}">
                <a16:creationId xmlns:a16="http://schemas.microsoft.com/office/drawing/2014/main" id="{9FF41BA1-3533-B158-E74F-651C301A1BC0}"/>
              </a:ext>
            </a:extLst>
          </p:cNvPr>
          <p:cNvSpPr txBox="1">
            <a:spLocks/>
          </p:cNvSpPr>
          <p:nvPr/>
        </p:nvSpPr>
        <p:spPr>
          <a:xfrm>
            <a:off x="457200" y="434413"/>
            <a:ext cx="8156448" cy="20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None/>
              <a:defRPr lang="en-US" sz="900" b="1" kern="0" cap="all" spc="250" baseline="0" dirty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87878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1" i="0" u="none" strike="noStrike" kern="0" cap="all" spc="25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Operation excellence</a:t>
            </a:r>
          </a:p>
        </p:txBody>
      </p:sp>
      <p:sp>
        <p:nvSpPr>
          <p:cNvPr id="70" name="object 9">
            <a:extLst>
              <a:ext uri="{FF2B5EF4-FFF2-40B4-BE49-F238E27FC236}">
                <a16:creationId xmlns:a16="http://schemas.microsoft.com/office/drawing/2014/main" id="{B2CBF717-E980-F41A-7B48-E856140C760C}"/>
              </a:ext>
            </a:extLst>
          </p:cNvPr>
          <p:cNvSpPr txBox="1"/>
          <p:nvPr/>
        </p:nvSpPr>
        <p:spPr>
          <a:xfrm>
            <a:off x="285997" y="5764871"/>
            <a:ext cx="3044483" cy="5155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4785" algn="l"/>
                <a:tab pos="185420" algn="l"/>
              </a:tabLst>
              <a:defRPr/>
            </a:pPr>
            <a:r>
              <a:rPr lang="en-US" sz="1100" b="1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IDIOMAS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6FC2B4"/>
              </a:solidFill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83515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9A44"/>
              </a:buClr>
              <a:buSzPct val="140000"/>
              <a:buFont typeface="Arial" panose="020B0604020202020204" pitchFamily="34" charset="0"/>
              <a:buChar char="•"/>
              <a:tabLst>
                <a:tab pos="184785" algn="l"/>
                <a:tab pos="185420" algn="l"/>
              </a:tabLst>
              <a:defRPr/>
            </a:pPr>
            <a:r>
              <a:rPr lang="en-US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Español (Nativo)</a:t>
            </a:r>
          </a:p>
          <a:p>
            <a:pPr marL="183515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9A44"/>
              </a:buClr>
              <a:buSzPct val="140000"/>
              <a:buFont typeface="Arial" panose="020B0604020202020204" pitchFamily="34" charset="0"/>
              <a:buChar char="•"/>
              <a:tabLst>
                <a:tab pos="184785" algn="l"/>
                <a:tab pos="185420" algn="l"/>
              </a:tabLst>
              <a:defRPr/>
            </a:pPr>
            <a:r>
              <a:rPr lang="en-US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Inglés (Fluido/C2)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19E964D-7053-26BA-C8C8-13B071E0007B}"/>
              </a:ext>
            </a:extLst>
          </p:cNvPr>
          <p:cNvSpPr txBox="1"/>
          <p:nvPr/>
        </p:nvSpPr>
        <p:spPr>
          <a:xfrm>
            <a:off x="3600882" y="1568341"/>
            <a:ext cx="82017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altLang="es-419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Consultor Senior en Deloitte con 3 años de experiencia en Ciencia de Datos y 2 en consultoría de estrategia de negocio. Diseña y entrega soluciones de IA y Machine Learning de punta a punta para clientes en toda Latinoamérica.</a:t>
            </a:r>
            <a:endParaRPr lang="en-US" sz="1000" b="0" i="0" dirty="0">
              <a:solidFill>
                <a:srgbClr val="009A44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BF43A6EE-D56B-A556-0941-404740FF4C26}"/>
              </a:ext>
            </a:extLst>
          </p:cNvPr>
          <p:cNvSpPr txBox="1">
            <a:spLocks/>
          </p:cNvSpPr>
          <p:nvPr/>
        </p:nvSpPr>
        <p:spPr>
          <a:xfrm>
            <a:off x="3654118" y="6099101"/>
            <a:ext cx="3785068" cy="5052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SzPct val="140000"/>
              <a:buFont typeface="Courier New" panose="02070309020205020404" pitchFamily="49" charset="0"/>
              <a:buChar char="o"/>
            </a:pPr>
            <a:r>
              <a:rPr lang="es-MX" sz="1000">
                <a:solidFill>
                  <a:srgbClr val="091D0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Servicios Financieros</a:t>
            </a:r>
          </a:p>
          <a:p>
            <a:pPr algn="l">
              <a:buSzPct val="140000"/>
              <a:buFont typeface="Courier New" panose="02070309020205020404" pitchFamily="49" charset="0"/>
              <a:buChar char="o"/>
            </a:pPr>
            <a:r>
              <a:rPr lang="es-MX" sz="1000">
                <a:solidFill>
                  <a:srgbClr val="091D0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Energía y Sector Público</a:t>
            </a:r>
            <a:endParaRPr lang="es-ES_tradnl" sz="1000">
              <a:solidFill>
                <a:srgbClr val="091D09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6A64065-B765-9125-61F4-60ACDA9D5806}"/>
              </a:ext>
            </a:extLst>
          </p:cNvPr>
          <p:cNvSpPr txBox="1">
            <a:spLocks/>
          </p:cNvSpPr>
          <p:nvPr/>
        </p:nvSpPr>
        <p:spPr>
          <a:xfrm>
            <a:off x="1842117" y="1492847"/>
            <a:ext cx="1559432" cy="7741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009A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Consultor Senior</a:t>
            </a:r>
            <a:endParaRPr lang="en-US" sz="1100" dirty="0">
              <a:solidFill>
                <a:srgbClr val="009A4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 &amp; Data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9E1C80-4AF5-9E07-E317-80457C085CA1}"/>
              </a:ext>
            </a:extLst>
          </p:cNvPr>
          <p:cNvSpPr txBox="1"/>
          <p:nvPr/>
        </p:nvSpPr>
        <p:spPr>
          <a:xfrm>
            <a:off x="3545751" y="2620204"/>
            <a:ext cx="8646249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sz="1000" b="1" dirty="0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Deloitte | Consultor Senior | Banca | 2023 – Actualidad</a:t>
            </a:r>
            <a:r>
              <a:rPr lang="en-US" sz="1000" b="1" dirty="0" err="1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b="1" dirty="0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b="1" dirty="0" err="1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b="1" dirty="0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b="1" dirty="0" err="1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b="1" dirty="0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b="1" dirty="0" err="1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b="1" dirty="0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</a:p>
          <a:p>
            <a:pPr algn="just" fontAlgn="base"/>
            <a:endParaRPr lang="en-US" sz="1000" b="1" dirty="0">
              <a:solidFill>
                <a:srgbClr val="6FC2B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defTabSz="1217613" eaLnBrk="0" fontAlgn="base" hangingPunct="0"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 typeface="Courier New" panose="02070309020205020404" pitchFamily="49" charset="0"/>
              <a:buChar char="o"/>
              <a:defRPr/>
            </a:pPr>
            <a:r>
              <a:rPr lang="en-US" sz="10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Desarrolló un agente de IA full-stack para un banco líder (reportes regulatorios e inteligencia de mercado, 90% menos tiempo de ejecución) y un modelo de pricing inteligente para un banco minorista que recomienda tasas de interés personalizadas por nivel de riesgo.</a:t>
            </a: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</a:p>
          <a:p>
            <a:pPr marL="171450" indent="-171450" defTabSz="1217613" eaLnBrk="0" fontAlgn="base" hangingPunct="0"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 typeface="Courier New" panose="02070309020205020404" pitchFamily="49" charset="0"/>
              <a:buChar char="o"/>
              <a:defRPr/>
            </a:pPr>
            <a:endParaRPr lang="en-US" sz="1000" b="0" i="0" dirty="0"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defTabSz="1217613" eaLnBrk="0" fontAlgn="base" hangingPunct="0"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 typeface="Courier New" panose="02070309020205020404" pitchFamily="49" charset="0"/>
              <a:buChar char="o"/>
              <a:defRPr/>
            </a:pPr>
            <a:endParaRPr lang="en-US" sz="10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defTabSz="1217613" eaLnBrk="0" fontAlgn="base" hangingPunct="0"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 typeface="Courier New" panose="02070309020205020404" pitchFamily="49" charset="0"/>
              <a:buChar char="o"/>
              <a:defRPr/>
            </a:pPr>
            <a:endParaRPr lang="en-US" sz="1000" b="0" i="0" dirty="0"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defTabSz="1217613" eaLnBrk="0" fontAlgn="base" hangingPunct="0"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 typeface="Courier New" panose="02070309020205020404" pitchFamily="49" charset="0"/>
              <a:buChar char="o"/>
              <a:defRPr/>
            </a:pPr>
            <a:endParaRPr lang="en-US" sz="1000" b="0" i="0" dirty="0"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defTabSz="1217613" eaLnBrk="0" fontAlgn="base" hangingPunct="0"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 typeface="Courier New" panose="02070309020205020404" pitchFamily="49" charset="0"/>
              <a:buChar char="o"/>
              <a:defRPr/>
            </a:pPr>
            <a:endParaRPr lang="en-US" sz="1000" b="0" i="0" dirty="0"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 fontAlgn="base"/>
            <a:endParaRPr lang="en-US" sz="1000" b="0" i="0" dirty="0">
              <a:solidFill>
                <a:srgbClr val="000000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 fontAlgn="base"/>
            <a:r>
              <a:rPr lang="en-US" sz="1000" b="1" dirty="0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Deloitte | Consultor Senior | Hospitalidad y Bienes Raíces | 2023 – Actualidad</a:t>
            </a:r>
            <a:r>
              <a:rPr lang="en-US" sz="1000" b="1" dirty="0" err="1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b="1" dirty="0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b="1" dirty="0" err="1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b="1" dirty="0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b="1" dirty="0" err="1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b="1" dirty="0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b="1" dirty="0" err="1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b="1" dirty="0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</a:p>
          <a:p>
            <a:pPr algn="just" defTabSz="1217613" eaLnBrk="0" fontAlgn="base" hangingPunct="0">
              <a:spcBef>
                <a:spcPts val="200"/>
              </a:spcBef>
              <a:spcAft>
                <a:spcPct val="0"/>
              </a:spcAft>
              <a:buSzPct val="140000"/>
              <a:defRPr/>
            </a:pPr>
            <a:endParaRPr lang="es-MX" sz="1000" b="1" dirty="0">
              <a:solidFill>
                <a:srgbClr val="6FC2B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defTabSz="1217613" eaLnBrk="0" fontAlgn="base" hangingPunct="0"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 typeface="Courier New" panose="02070309020205020404" pitchFamily="49" charset="0"/>
              <a:buChar char="o"/>
              <a:defRPr/>
            </a:pPr>
            <a:r>
              <a:rPr lang="en-US" sz="10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Diseñó un plan de crecimiento a 10 años para un grupo hotelero valuado en más de USD $1,000M (valor presente adicional de USD $100M+) y un modelo de valuación de terrenos basado en modelos lineales.</a:t>
            </a: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dirty="0" err="1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</a:p>
          <a:p>
            <a:pPr defTabSz="1217613" eaLnBrk="0" fontAlgn="base" hangingPunct="0"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defRPr/>
            </a:pPr>
            <a:endParaRPr lang="es-MX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defTabSz="1217613" eaLnBrk="0" fontAlgn="base" hangingPunct="0"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 typeface="Courier New" panose="02070309020205020404" pitchFamily="49" charset="0"/>
              <a:buChar char="o"/>
              <a:defRPr/>
            </a:pPr>
            <a:endParaRPr lang="es-MX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defTabSz="1217613" eaLnBrk="0" fontAlgn="base" hangingPunct="0"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 typeface="Courier New" panose="02070309020205020404" pitchFamily="49" charset="0"/>
              <a:buChar char="o"/>
              <a:defRPr/>
            </a:pPr>
            <a:endParaRPr lang="es-MX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defTabSz="1217613" eaLnBrk="0" fontAlgn="base" hangingPunct="0"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 typeface="Courier New" panose="02070309020205020404" pitchFamily="49" charset="0"/>
              <a:buChar char="o"/>
              <a:defRPr/>
            </a:pPr>
            <a:endParaRPr lang="es-MX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defTabSz="1217613" eaLnBrk="0" fontAlgn="base" hangingPunct="0"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 typeface="Courier New" panose="02070309020205020404" pitchFamily="49" charset="0"/>
              <a:buChar char="o"/>
              <a:defRPr/>
            </a:pPr>
            <a:endParaRPr lang="es-MX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defTabSz="1217613" eaLnBrk="0" fontAlgn="base" hangingPunct="0"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 typeface="Courier New" panose="02070309020205020404" pitchFamily="49" charset="0"/>
              <a:buChar char="o"/>
              <a:defRPr/>
            </a:pPr>
            <a:endParaRPr lang="es-MX" sz="1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 defTabSz="1217613" eaLnBrk="0" fontAlgn="base" hangingPunct="0">
              <a:spcBef>
                <a:spcPts val="200"/>
              </a:spcBef>
              <a:spcAft>
                <a:spcPct val="0"/>
              </a:spcAft>
              <a:buSzPct val="140000"/>
              <a:defRPr/>
            </a:pPr>
            <a:endParaRPr lang="en-US" sz="800" b="1" dirty="0">
              <a:solidFill>
                <a:srgbClr val="6FC2B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869BA9F-8790-E895-59AD-57FC830408F1}"/>
              </a:ext>
            </a:extLst>
          </p:cNvPr>
          <p:cNvSpPr txBox="1">
            <a:spLocks/>
          </p:cNvSpPr>
          <p:nvPr/>
        </p:nvSpPr>
        <p:spPr>
          <a:xfrm>
            <a:off x="224005" y="3178538"/>
            <a:ext cx="3359896" cy="2632283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</a:pPr>
            <a:r>
              <a:rPr lang="es-MX" altLang="es-MX" sz="3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Desarrollo de agentes de IA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</a:pPr>
            <a:r>
              <a:rPr lang="es-MX" altLang="es-MX" sz="3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Machine Learning aplicado a negocio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</a:pPr>
            <a:r>
              <a:rPr lang="es-MX" altLang="es-MX" sz="3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Ciencia de datos end-to-end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</a:pPr>
            <a:r>
              <a:rPr lang="es-MX" altLang="es-MX" sz="3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Consultoría de estrategia de negocio</a:t>
            </a:r>
          </a:p>
          <a:p>
            <a:pPr marL="0" indent="0" fontAlgn="base">
              <a:buNone/>
            </a:pPr>
            <a:r>
              <a:rPr lang="en-US" dirty="0">
                <a:solidFill>
                  <a:srgbClr val="009A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​</a:t>
            </a:r>
            <a:r>
              <a:rPr lang="en-US" b="1" dirty="0">
                <a:solidFill>
                  <a:srgbClr val="009A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400" b="1" dirty="0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TECNOLOGÍAS - HERRAMIENTAS</a:t>
            </a:r>
            <a:endParaRPr lang="en-US" sz="3400" dirty="0">
              <a:solidFill>
                <a:srgbClr val="6FC2B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MX" sz="31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Python, AWS, JavaScript/Node.js, FastAPI, SQL, R, Git</a:t>
            </a:r>
            <a:r>
              <a:rPr lang="es-MX" sz="3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s-MX" sz="31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s-MX" sz="3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endParaRPr lang="en-US" sz="3400" b="1" dirty="0">
              <a:solidFill>
                <a:srgbClr val="6FC2B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l" rtl="0" fontAlgn="base">
              <a:buNone/>
            </a:pPr>
            <a:r>
              <a:rPr lang="en-US" sz="2800" b="0" i="0" dirty="0">
                <a:solidFill>
                  <a:srgbClr val="009A44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​</a:t>
            </a:r>
            <a:r>
              <a:rPr lang="en-US" sz="2800" b="1" dirty="0">
                <a:solidFill>
                  <a:srgbClr val="009A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400" b="1" dirty="0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EDUCACIÓN</a:t>
            </a:r>
            <a:endParaRPr lang="en-US" sz="3400" b="0" i="0" dirty="0">
              <a:solidFill>
                <a:srgbClr val="6FC2B4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MX" sz="3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Licenciatura en Matemáticas Aplicadas – ITAM</a:t>
            </a:r>
            <a:r>
              <a:rPr lang="es-MX" sz="31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s-MX" sz="3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endParaRPr lang="en-US" sz="3400" b="1" dirty="0">
              <a:solidFill>
                <a:srgbClr val="6FC2B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>
                <a:srgbClr val="92D400"/>
              </a:buClr>
              <a:buSzPct val="140000"/>
              <a:buNone/>
            </a:pPr>
            <a:r>
              <a:rPr lang="en-US" sz="3400" b="1" dirty="0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CERTIFICACIONES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defRPr/>
            </a:pPr>
            <a:r>
              <a:rPr lang="es-MX" sz="3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AWS Certified: Machine Learning Engineer – Associate</a:t>
            </a:r>
            <a:endParaRPr lang="es-MX" altLang="es-MX" sz="3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defRPr/>
            </a:pPr>
            <a:r>
              <a:rPr lang="es-MX" altLang="es-MX" sz="3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defRPr/>
            </a:pPr>
            <a:r>
              <a:rPr lang="es-MX" sz="3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B5B747E-D236-3D5D-99A2-AE988D000B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417" y="34579"/>
            <a:ext cx="1685026" cy="133309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28FD5EF-57CC-95CB-E6A2-9B3CB98140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9" t="38353" b="17106"/>
          <a:stretch/>
        </p:blipFill>
        <p:spPr>
          <a:xfrm>
            <a:off x="53853" y="6247694"/>
            <a:ext cx="1108475" cy="610306"/>
          </a:xfrm>
          <a:prstGeom prst="rect">
            <a:avLst/>
          </a:prstGeom>
        </p:spPr>
      </p:pic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CEA36D2-BCCD-557A-8626-8CC87AB1AA5A}"/>
              </a:ext>
            </a:extLst>
          </p:cNvPr>
          <p:cNvSpPr txBox="1">
            <a:spLocks/>
          </p:cNvSpPr>
          <p:nvPr/>
        </p:nvSpPr>
        <p:spPr>
          <a:xfrm>
            <a:off x="7764649" y="6064846"/>
            <a:ext cx="4017543" cy="5052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40000"/>
              <a:buFont typeface="Courier New" panose="02070309020205020404" pitchFamily="49" charset="0"/>
              <a:buChar char="o"/>
            </a:pPr>
            <a:r>
              <a:rPr lang="es-MX" altLang="es-MX" sz="1000">
                <a:solidFill>
                  <a:srgbClr val="091D0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Hospitalidad</a:t>
            </a:r>
          </a:p>
          <a:p>
            <a:pPr algn="l">
              <a:buSzPct val="140000"/>
              <a:buFont typeface="Courier New" panose="02070309020205020404" pitchFamily="49" charset="0"/>
              <a:buChar char="o"/>
            </a:pPr>
            <a:r>
              <a:rPr lang="es-MX" sz="1000">
                <a:solidFill>
                  <a:srgbClr val="091D0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Bienes Raíces</a:t>
            </a:r>
            <a:endParaRPr lang="es-ES_tradnl" sz="1000">
              <a:solidFill>
                <a:srgbClr val="091D09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3" name="Picture Placeholder 11">
            <a:extLst>
              <a:ext uri="{FF2B5EF4-FFF2-40B4-BE49-F238E27FC236}">
                <a16:creationId xmlns:a16="http://schemas.microsoft.com/office/drawing/2014/main" id="{BEEC9D2C-5670-C4F3-996D-2873160092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379557" y="1287304"/>
            <a:ext cx="1321639" cy="1321527"/>
          </a:xfrm>
          <a:prstGeom prst="ellipse">
            <a:avLst/>
          </a:prstGeom>
          <a:ln w="28575" cap="rnd">
            <a:solidFill>
              <a:srgbClr val="009A44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469057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9E9F1-080B-B5FA-C2B2-A138712B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8">
            <a:extLst>
              <a:ext uri="{FF2B5EF4-FFF2-40B4-BE49-F238E27FC236}">
                <a16:creationId xmlns:a16="http://schemas.microsoft.com/office/drawing/2014/main" id="{438235E9-774A-EB65-2890-9AC5F4447E76}"/>
              </a:ext>
            </a:extLst>
          </p:cNvPr>
          <p:cNvSpPr/>
          <p:nvPr/>
        </p:nvSpPr>
        <p:spPr>
          <a:xfrm>
            <a:off x="233662" y="2914422"/>
            <a:ext cx="3240647" cy="3703353"/>
          </a:xfrm>
          <a:custGeom>
            <a:avLst/>
            <a:gdLst/>
            <a:ahLst/>
            <a:cxnLst/>
            <a:rect l="l" t="t" r="r" b="b"/>
            <a:pathLst>
              <a:path w="2075814" h="2875915">
                <a:moveTo>
                  <a:pt x="0" y="2875787"/>
                </a:moveTo>
                <a:lnTo>
                  <a:pt x="2075688" y="2875787"/>
                </a:lnTo>
                <a:lnTo>
                  <a:pt x="2075688" y="0"/>
                </a:lnTo>
                <a:lnTo>
                  <a:pt x="0" y="0"/>
                </a:lnTo>
                <a:lnTo>
                  <a:pt x="0" y="2875787"/>
                </a:lnTo>
                <a:close/>
              </a:path>
            </a:pathLst>
          </a:custGeom>
          <a:ln w="6350">
            <a:solidFill>
              <a:srgbClr val="009A44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E8D512D1-5859-885B-58F6-0FF4837FCAE7}"/>
              </a:ext>
            </a:extLst>
          </p:cNvPr>
          <p:cNvSpPr txBox="1"/>
          <p:nvPr/>
        </p:nvSpPr>
        <p:spPr>
          <a:xfrm>
            <a:off x="1162328" y="2809350"/>
            <a:ext cx="1383315" cy="18530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587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9A44"/>
                </a:solidFill>
                <a:effectLst/>
                <a:uLnTx/>
                <a:uFillTx/>
                <a:latin typeface="Open Sans"/>
                <a:ea typeface="+mn-ea"/>
                <a:cs typeface="Arial"/>
              </a:rPr>
              <a:t>KEY SKILLS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9A44"/>
              </a:solidFill>
              <a:effectLst/>
              <a:uLnTx/>
              <a:uFillTx/>
              <a:latin typeface="Open Sans"/>
              <a:ea typeface="+mn-ea"/>
              <a:cs typeface="Arial"/>
            </a:endParaRPr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29E3063B-415A-743F-7553-4F5BFA9A1F71}"/>
              </a:ext>
            </a:extLst>
          </p:cNvPr>
          <p:cNvSpPr/>
          <p:nvPr/>
        </p:nvSpPr>
        <p:spPr>
          <a:xfrm>
            <a:off x="3606493" y="2504098"/>
            <a:ext cx="8201794" cy="3280473"/>
          </a:xfrm>
          <a:custGeom>
            <a:avLst/>
            <a:gdLst/>
            <a:ahLst/>
            <a:cxnLst/>
            <a:rect l="l" t="t" r="r" b="b"/>
            <a:pathLst>
              <a:path w="6259195" h="3949065">
                <a:moveTo>
                  <a:pt x="0" y="3948684"/>
                </a:moveTo>
                <a:lnTo>
                  <a:pt x="6259067" y="3948684"/>
                </a:lnTo>
                <a:lnTo>
                  <a:pt x="6259067" y="0"/>
                </a:lnTo>
                <a:lnTo>
                  <a:pt x="0" y="0"/>
                </a:lnTo>
                <a:lnTo>
                  <a:pt x="0" y="3948684"/>
                </a:lnTo>
                <a:close/>
              </a:path>
            </a:pathLst>
          </a:custGeom>
          <a:ln w="6350">
            <a:solidFill>
              <a:srgbClr val="009A44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D1ADAF3F-ACE6-949E-AA41-DF5567E179D2}"/>
              </a:ext>
            </a:extLst>
          </p:cNvPr>
          <p:cNvSpPr/>
          <p:nvPr/>
        </p:nvSpPr>
        <p:spPr>
          <a:xfrm>
            <a:off x="3608933" y="5924209"/>
            <a:ext cx="8201794" cy="680120"/>
          </a:xfrm>
          <a:custGeom>
            <a:avLst/>
            <a:gdLst/>
            <a:ahLst/>
            <a:cxnLst/>
            <a:rect l="l" t="t" r="r" b="b"/>
            <a:pathLst>
              <a:path w="6250305" h="1146175">
                <a:moveTo>
                  <a:pt x="0" y="1146048"/>
                </a:moveTo>
                <a:lnTo>
                  <a:pt x="6249923" y="1146048"/>
                </a:lnTo>
                <a:lnTo>
                  <a:pt x="6249923" y="0"/>
                </a:lnTo>
                <a:lnTo>
                  <a:pt x="0" y="0"/>
                </a:lnTo>
                <a:lnTo>
                  <a:pt x="0" y="1146048"/>
                </a:lnTo>
                <a:close/>
              </a:path>
            </a:pathLst>
          </a:custGeom>
          <a:ln w="6350">
            <a:solidFill>
              <a:srgbClr val="009A44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478911E-7FF0-383F-92F4-F5CF16A8FB3D}"/>
              </a:ext>
            </a:extLst>
          </p:cNvPr>
          <p:cNvGrpSpPr/>
          <p:nvPr/>
        </p:nvGrpSpPr>
        <p:grpSpPr>
          <a:xfrm>
            <a:off x="3606493" y="1273351"/>
            <a:ext cx="8201794" cy="1046670"/>
            <a:chOff x="3606493" y="1417853"/>
            <a:chExt cx="8201794" cy="1261810"/>
          </a:xfrm>
        </p:grpSpPr>
        <p:sp>
          <p:nvSpPr>
            <p:cNvPr id="8" name="object 3">
              <a:extLst>
                <a:ext uri="{FF2B5EF4-FFF2-40B4-BE49-F238E27FC236}">
                  <a16:creationId xmlns:a16="http://schemas.microsoft.com/office/drawing/2014/main" id="{A3C0E5BF-247A-0F5E-31B6-F35CF542B159}"/>
                </a:ext>
              </a:extLst>
            </p:cNvPr>
            <p:cNvSpPr/>
            <p:nvPr/>
          </p:nvSpPr>
          <p:spPr>
            <a:xfrm>
              <a:off x="3606493" y="1533488"/>
              <a:ext cx="8201794" cy="1146175"/>
            </a:xfrm>
            <a:custGeom>
              <a:avLst/>
              <a:gdLst/>
              <a:ahLst/>
              <a:cxnLst/>
              <a:rect l="l" t="t" r="r" b="b"/>
              <a:pathLst>
                <a:path w="6250305" h="1146175">
                  <a:moveTo>
                    <a:pt x="0" y="1146048"/>
                  </a:moveTo>
                  <a:lnTo>
                    <a:pt x="6249923" y="1146048"/>
                  </a:lnTo>
                  <a:lnTo>
                    <a:pt x="6249923" y="0"/>
                  </a:lnTo>
                  <a:lnTo>
                    <a:pt x="0" y="0"/>
                  </a:lnTo>
                  <a:lnTo>
                    <a:pt x="0" y="1146048"/>
                  </a:lnTo>
                  <a:close/>
                </a:path>
              </a:pathLst>
            </a:custGeom>
            <a:ln w="6350">
              <a:solidFill>
                <a:srgbClr val="009A4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7D02990-2193-9119-9C37-3F3068F71DEE}"/>
                </a:ext>
              </a:extLst>
            </p:cNvPr>
            <p:cNvGrpSpPr/>
            <p:nvPr/>
          </p:nvGrpSpPr>
          <p:grpSpPr>
            <a:xfrm>
              <a:off x="3606493" y="1417853"/>
              <a:ext cx="2111295" cy="482241"/>
              <a:chOff x="3606493" y="1417853"/>
              <a:chExt cx="2111295" cy="482241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55E37CE-153C-36D8-12EB-6191388D1376}"/>
                  </a:ext>
                </a:extLst>
              </p:cNvPr>
              <p:cNvSpPr/>
              <p:nvPr/>
            </p:nvSpPr>
            <p:spPr>
              <a:xfrm>
                <a:off x="3606493" y="1417853"/>
                <a:ext cx="1828800" cy="23566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38" name="object 12">
                <a:extLst>
                  <a:ext uri="{FF2B5EF4-FFF2-40B4-BE49-F238E27FC236}">
                    <a16:creationId xmlns:a16="http://schemas.microsoft.com/office/drawing/2014/main" id="{26C160DD-1873-5B9A-DD82-F996BA8D2783}"/>
                  </a:ext>
                </a:extLst>
              </p:cNvPr>
              <p:cNvSpPr txBox="1"/>
              <p:nvPr/>
            </p:nvSpPr>
            <p:spPr>
              <a:xfrm>
                <a:off x="3654118" y="1420062"/>
                <a:ext cx="2063670" cy="4800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25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9A44"/>
                    </a:solidFill>
                    <a:effectLst/>
                    <a:uLnTx/>
                    <a:uFillTx/>
                    <a:latin typeface="Open Sans"/>
                    <a:ea typeface="+mn-ea"/>
                    <a:cs typeface="Arial"/>
                  </a:rPr>
                  <a:t>PROFESSIONAL SUMMARY</a:t>
                </a: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9A44"/>
                  </a:solidFill>
                  <a:effectLst/>
                  <a:uLnTx/>
                  <a:uFillTx/>
                  <a:latin typeface="Open Sans"/>
                  <a:ea typeface="+mn-ea"/>
                  <a:cs typeface="Arial"/>
                </a:endParaRPr>
              </a:p>
              <a:p>
                <a:pPr marL="127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25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9A44"/>
                  </a:solidFill>
                  <a:effectLst/>
                  <a:uLnTx/>
                  <a:uFillTx/>
                  <a:latin typeface="Open Sans"/>
                  <a:ea typeface="+mn-ea"/>
                  <a:cs typeface="Arial"/>
                </a:endParaRPr>
              </a:p>
            </p:txBody>
          </p:sp>
        </p:grp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2579D98-06E1-8FAA-2EC5-F35937420B11}"/>
              </a:ext>
            </a:extLst>
          </p:cNvPr>
          <p:cNvSpPr/>
          <p:nvPr/>
        </p:nvSpPr>
        <p:spPr>
          <a:xfrm>
            <a:off x="3606493" y="2706724"/>
            <a:ext cx="1828800" cy="2830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object 12">
            <a:extLst>
              <a:ext uri="{FF2B5EF4-FFF2-40B4-BE49-F238E27FC236}">
                <a16:creationId xmlns:a16="http://schemas.microsoft.com/office/drawing/2014/main" id="{6381430A-FBA6-BC09-DB99-096F7A077454}"/>
              </a:ext>
            </a:extLst>
          </p:cNvPr>
          <p:cNvSpPr txBox="1"/>
          <p:nvPr/>
        </p:nvSpPr>
        <p:spPr>
          <a:xfrm>
            <a:off x="3666083" y="2408135"/>
            <a:ext cx="1916111" cy="20069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587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9A44"/>
                </a:solidFill>
                <a:effectLst/>
                <a:uLnTx/>
                <a:uFillTx/>
                <a:latin typeface="Open Sans"/>
                <a:ea typeface="+mn-ea"/>
                <a:cs typeface="Arial"/>
              </a:rPr>
              <a:t>WORK EXPERIENCE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9A44"/>
              </a:solidFill>
              <a:effectLst/>
              <a:uLnTx/>
              <a:uFillTx/>
              <a:latin typeface="Open Sans"/>
              <a:ea typeface="+mn-ea"/>
              <a:cs typeface="Arial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75613B-5A7B-1357-E8B2-661A53292B5A}"/>
              </a:ext>
            </a:extLst>
          </p:cNvPr>
          <p:cNvSpPr/>
          <p:nvPr/>
        </p:nvSpPr>
        <p:spPr>
          <a:xfrm>
            <a:off x="3609245" y="5695609"/>
            <a:ext cx="1828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27" name="object 12">
            <a:extLst>
              <a:ext uri="{FF2B5EF4-FFF2-40B4-BE49-F238E27FC236}">
                <a16:creationId xmlns:a16="http://schemas.microsoft.com/office/drawing/2014/main" id="{03A7776A-6413-3788-C62B-B5BCAF1F243B}"/>
              </a:ext>
            </a:extLst>
          </p:cNvPr>
          <p:cNvSpPr txBox="1"/>
          <p:nvPr/>
        </p:nvSpPr>
        <p:spPr>
          <a:xfrm>
            <a:off x="3724520" y="5823861"/>
            <a:ext cx="1916111" cy="200696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587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9A44"/>
                </a:solidFill>
                <a:effectLst/>
                <a:uLnTx/>
                <a:uFillTx/>
                <a:latin typeface="Open Sans"/>
                <a:ea typeface="+mn-ea"/>
                <a:cs typeface="Arial"/>
              </a:rPr>
              <a:t>Cients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9A44"/>
                </a:solidFill>
                <a:effectLst/>
                <a:uLnTx/>
                <a:uFillTx/>
                <a:latin typeface="Open Sans"/>
                <a:ea typeface="+mn-ea"/>
                <a:cs typeface="Arial"/>
              </a:rPr>
              <a:t> or Industries</a:t>
            </a: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0085A623-A1DE-F8C3-CC34-E26694ED9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39832"/>
            <a:ext cx="11106150" cy="479076"/>
          </a:xfrm>
        </p:spPr>
        <p:txBody>
          <a:bodyPr vert="horz" lIns="0" tIns="45720" rIns="0" bIns="0" rtlCol="0" anchor="b" anchorCtr="0">
            <a:noAutofit/>
          </a:bodyPr>
          <a:lstStyle/>
          <a:p>
            <a:br>
              <a:rPr lang="es-MX" dirty="0"/>
            </a:br>
            <a:br>
              <a:rPr lang="es-MX" dirty="0"/>
            </a:br>
            <a:br>
              <a:rPr lang="en-US" dirty="0"/>
            </a:br>
            <a:r>
              <a:rPr lang="es-MX" sz="2800" spc="-4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Daniel Gutierrez</a:t>
            </a:r>
            <a:r>
              <a:rPr lang="es-MX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endParaRPr lang="en-US" sz="3600" spc="-4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5" name="Text Placeholder 6">
            <a:extLst>
              <a:ext uri="{FF2B5EF4-FFF2-40B4-BE49-F238E27FC236}">
                <a16:creationId xmlns:a16="http://schemas.microsoft.com/office/drawing/2014/main" id="{35498FAD-B3D6-3177-89B9-D215F2204622}"/>
              </a:ext>
            </a:extLst>
          </p:cNvPr>
          <p:cNvSpPr txBox="1">
            <a:spLocks/>
          </p:cNvSpPr>
          <p:nvPr/>
        </p:nvSpPr>
        <p:spPr>
          <a:xfrm>
            <a:off x="457200" y="434413"/>
            <a:ext cx="8156448" cy="20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None/>
              <a:defRPr lang="en-US" sz="900" b="1" kern="0" cap="all" spc="250" baseline="0" dirty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87878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1" i="0" u="none" strike="noStrike" kern="0" cap="all" spc="25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Operation excellence</a:t>
            </a:r>
          </a:p>
        </p:txBody>
      </p:sp>
      <p:sp>
        <p:nvSpPr>
          <p:cNvPr id="70" name="object 9">
            <a:extLst>
              <a:ext uri="{FF2B5EF4-FFF2-40B4-BE49-F238E27FC236}">
                <a16:creationId xmlns:a16="http://schemas.microsoft.com/office/drawing/2014/main" id="{1358DC0C-CD60-C06F-8395-D82F7A5033D1}"/>
              </a:ext>
            </a:extLst>
          </p:cNvPr>
          <p:cNvSpPr txBox="1"/>
          <p:nvPr/>
        </p:nvSpPr>
        <p:spPr>
          <a:xfrm>
            <a:off x="369083" y="5773994"/>
            <a:ext cx="3044483" cy="6822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4785" algn="l"/>
                <a:tab pos="185420" algn="l"/>
              </a:tabLst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6FC2B4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LANGUANGES</a:t>
            </a:r>
          </a:p>
          <a:p>
            <a:pPr marL="183515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9A44"/>
              </a:buClr>
              <a:buSzPct val="140000"/>
              <a:buFont typeface="Arial" panose="020B0604020202020204" pitchFamily="34" charset="0"/>
              <a:buChar char="•"/>
              <a:tabLst>
                <a:tab pos="184785" algn="l"/>
                <a:tab pos="18542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Spanish (Native)</a:t>
            </a:r>
          </a:p>
          <a:p>
            <a:pPr marL="183515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9A44"/>
              </a:buClr>
              <a:buSzPct val="140000"/>
              <a:buFont typeface="Arial" panose="020B0604020202020204" pitchFamily="34" charset="0"/>
              <a:buChar char="•"/>
              <a:tabLst>
                <a:tab pos="184785" algn="l"/>
                <a:tab pos="18542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English (Fluent/C2)</a:t>
            </a:r>
          </a:p>
          <a:p>
            <a:pPr marL="1206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9A44"/>
              </a:buClr>
              <a:buSzPct val="140000"/>
              <a:buFontTx/>
              <a:buNone/>
              <a:tabLst>
                <a:tab pos="184785" algn="l"/>
                <a:tab pos="185420" algn="l"/>
              </a:tabLst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B4B2A89-A430-4870-42D7-1F3411324E23}"/>
              </a:ext>
            </a:extLst>
          </p:cNvPr>
          <p:cNvSpPr txBox="1"/>
          <p:nvPr/>
        </p:nvSpPr>
        <p:spPr>
          <a:xfrm>
            <a:off x="3600882" y="1568341"/>
            <a:ext cx="820179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Senior Consultant at Deloitte with 3 years of experience in Data Science and 2 years in business strategy consulting. Designs and delivers end-to-end AI and Machine Learning solutions for clients across Latin America.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D1F222DA-7C5B-9AC0-F3F7-B7A4F473A582}"/>
              </a:ext>
            </a:extLst>
          </p:cNvPr>
          <p:cNvSpPr txBox="1">
            <a:spLocks/>
          </p:cNvSpPr>
          <p:nvPr/>
        </p:nvSpPr>
        <p:spPr>
          <a:xfrm>
            <a:off x="3654118" y="6099101"/>
            <a:ext cx="3785068" cy="5052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B9BD5"/>
              </a:buClr>
              <a:buSzPct val="140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s-MX" sz="1000" b="0" i="0" u="none" strike="noStrike" kern="1200" cap="none" spc="-30" normalizeH="0" baseline="0" noProof="0">
                <a:ln>
                  <a:noFill/>
                </a:ln>
                <a:solidFill>
                  <a:srgbClr val="091D09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Financial Services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B9BD5"/>
              </a:buClr>
              <a:buSzPct val="140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s-MX" sz="1000" b="0" i="0" u="none" strike="noStrike" kern="1200" cap="none" spc="-30" normalizeH="0" baseline="0" noProof="0">
                <a:ln>
                  <a:noFill/>
                </a:ln>
                <a:solidFill>
                  <a:srgbClr val="091D09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Energy &amp; Public Sector</a:t>
            </a:r>
            <a:endParaRPr kumimoji="0" lang="es-ES_tradnl" sz="1000" b="0" i="0" u="none" strike="noStrike" kern="1200" cap="none" spc="-30" normalizeH="0" baseline="0" noProof="0">
              <a:ln>
                <a:noFill/>
              </a:ln>
              <a:solidFill>
                <a:srgbClr val="091D09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0E22246-5B8B-8291-5949-E25005E01E96}"/>
              </a:ext>
            </a:extLst>
          </p:cNvPr>
          <p:cNvSpPr txBox="1">
            <a:spLocks/>
          </p:cNvSpPr>
          <p:nvPr/>
        </p:nvSpPr>
        <p:spPr>
          <a:xfrm>
            <a:off x="1766990" y="1492847"/>
            <a:ext cx="1559432" cy="7741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9A44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Senior Consultant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9A44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sz="1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 &amp; Data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EA123D-00B4-F65E-AEE4-954089B2363F}"/>
              </a:ext>
            </a:extLst>
          </p:cNvPr>
          <p:cNvSpPr txBox="1"/>
          <p:nvPr/>
        </p:nvSpPr>
        <p:spPr>
          <a:xfrm>
            <a:off x="3591825" y="2644732"/>
            <a:ext cx="8201795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sz="1000" b="1" dirty="0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Deloitte | Senior Consultant | Banking | 2023 – Present</a:t>
            </a:r>
          </a:p>
          <a:p>
            <a:pPr marL="171450" indent="-171450" defTabSz="1217613" eaLnBrk="0" fontAlgn="base" hangingPunct="0"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 typeface="Courier New" panose="02070309020205020404" pitchFamily="49" charset="0"/>
              <a:buChar char="o"/>
              <a:defRPr/>
            </a:pP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Built a full-stack AI agent for a leading bank (regulatory reporting and market intelligence, 90% less execution time) and a smart-pricing model for a retail bank recommending risk-adjusted, customer-tailored interest rates.</a:t>
            </a:r>
          </a:p>
          <a:p>
            <a:pPr marL="0" marR="0" lvl="0" indent="0" algn="l" defTabSz="1217613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1217613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1217613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1217613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1217613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1217613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1217613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 fontAlgn="base"/>
            <a:r>
              <a:rPr lang="en-US" sz="1000" b="1" dirty="0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Deloitte | Senior Consultant | Hospitality &amp; Real Estate | 2023 – Present</a:t>
            </a:r>
          </a:p>
          <a:p>
            <a:pPr marL="171450" indent="-171450" defTabSz="1217613" eaLnBrk="0" fontAlgn="base" hangingPunct="0"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 typeface="Courier New" panose="02070309020205020404" pitchFamily="49" charset="0"/>
              <a:buChar char="o"/>
              <a:defRPr/>
            </a:pPr>
            <a:r>
              <a:rPr lang="en-US" sz="1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Designed a 10-year growth plan for a hotel group valued at over USD $1B (additional present value of USD $100M+) and a land valuation model based on linear models.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CCB43393-9254-0ABE-4CD9-AF14F2489AE9}"/>
              </a:ext>
            </a:extLst>
          </p:cNvPr>
          <p:cNvSpPr txBox="1">
            <a:spLocks/>
          </p:cNvSpPr>
          <p:nvPr/>
        </p:nvSpPr>
        <p:spPr>
          <a:xfrm>
            <a:off x="231929" y="3111384"/>
            <a:ext cx="3359896" cy="2864761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 typeface="Arial" panose="020B0604020202020204" pitchFamily="34" charset="0"/>
              <a:buChar char="•"/>
              <a:tabLst/>
              <a:defRPr/>
            </a:pPr>
            <a:r>
              <a:rPr lang="es-MX" altLang="es-MX" sz="31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 agent development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defRPr/>
            </a:pPr>
            <a:r>
              <a:rPr lang="es-MX" altLang="es-MX" sz="31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Applied Machine Learning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defRPr/>
            </a:pPr>
            <a:r>
              <a:rPr lang="es-MX" altLang="es-MX" sz="31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End-to-end data science delivery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defRPr/>
            </a:pPr>
            <a:r>
              <a:rPr lang="es-MX" altLang="es-MX" sz="310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Business strategy consulting</a:t>
            </a:r>
          </a:p>
          <a:p>
            <a:pPr marL="0" indent="0" fontAlgn="base">
              <a:buNone/>
            </a:pPr>
            <a:r>
              <a:rPr lang="en-US" sz="3200" dirty="0">
                <a:solidFill>
                  <a:srgbClr val="009A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​</a:t>
            </a:r>
            <a:r>
              <a:rPr lang="en-US" sz="3200" b="1" dirty="0">
                <a:solidFill>
                  <a:srgbClr val="009A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400" b="1" dirty="0">
                <a:solidFill>
                  <a:srgbClr val="6FC2B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TECHNOLOGIES – TOOLS </a:t>
            </a:r>
            <a:endParaRPr lang="en-US" sz="3400" dirty="0">
              <a:solidFill>
                <a:srgbClr val="6FC2B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MX" sz="31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Python, AWS, JavaScript/Node.js, FastAPI, SQL, R, Git</a:t>
            </a:r>
            <a:r>
              <a:rPr lang="es-MX" sz="3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s-MX" sz="31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r>
              <a:rPr lang="es-MX" sz="31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endParaRPr kumimoji="0" lang="es-MX" altLang="es-MX" sz="3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9A44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​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9A44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6FC2B4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EDUCATION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srgbClr val="6FC2B4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B.Sc. in Applied Mathematics – ITAM</a:t>
            </a:r>
            <a:r>
              <a:rPr kumimoji="0" lang="es-MX" sz="3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>
                <a:srgbClr val="92D400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6FC2B4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CERTIFICATIONS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3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AWS Certified: Machine Learning Engineer – Associate</a:t>
            </a:r>
            <a:endParaRPr kumimoji="0" lang="es-MX" altLang="es-MX" sz="3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altLang="es-MX" sz="3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200"/>
              </a:spcBef>
              <a:spcAft>
                <a:spcPct val="0"/>
              </a:spcAft>
              <a:buClr>
                <a:srgbClr val="009A44"/>
              </a:buClr>
              <a:buSzPct val="140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3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/>
            </a:r>
            <a:endParaRPr kumimoji="0" lang="en-US" sz="3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4ABA9F3-CD52-7CF9-3488-9D86D9ADE3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417" y="34579"/>
            <a:ext cx="1685026" cy="133309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544B32D8-FC8A-DD14-A912-655C13CE78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9" t="38353" b="17106"/>
          <a:stretch/>
        </p:blipFill>
        <p:spPr>
          <a:xfrm>
            <a:off x="53853" y="6247694"/>
            <a:ext cx="1108475" cy="610306"/>
          </a:xfrm>
          <a:prstGeom prst="rect">
            <a:avLst/>
          </a:prstGeom>
        </p:spPr>
      </p:pic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C54F040-54F3-B30D-C262-FF65DAB8CDC5}"/>
              </a:ext>
            </a:extLst>
          </p:cNvPr>
          <p:cNvSpPr txBox="1">
            <a:spLocks/>
          </p:cNvSpPr>
          <p:nvPr/>
        </p:nvSpPr>
        <p:spPr>
          <a:xfrm>
            <a:off x="7764649" y="6064846"/>
            <a:ext cx="4017543" cy="5052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20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8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6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5"/>
              </a:buClr>
              <a:buSzPct val="75000"/>
              <a:buFont typeface="Arial" panose="020B0604020202020204" pitchFamily="34" charset="0"/>
              <a:buChar char="•"/>
              <a:defRPr sz="1400" kern="1200" spc="-30">
                <a:solidFill>
                  <a:schemeClr val="tx1"/>
                </a:solidFill>
                <a:latin typeface="+mn-lt"/>
                <a:ea typeface="Open Sans" charset="0"/>
                <a:cs typeface="Open Sans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B9BD5"/>
              </a:buClr>
              <a:buSzPct val="140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s-MX" altLang="es-MX" sz="1000" b="0" i="0" u="none" strike="noStrike" kern="1200" cap="none" spc="-30" normalizeH="0" baseline="0" noProof="0">
                <a:ln>
                  <a:noFill/>
                </a:ln>
                <a:solidFill>
                  <a:srgbClr val="091D09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Hospitality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B9BD5"/>
              </a:buClr>
              <a:buSzPct val="140000"/>
              <a:buFont typeface="Courier New" panose="02070309020205020404" pitchFamily="49" charset="0"/>
              <a:buChar char="o"/>
              <a:tabLst/>
              <a:defRPr/>
            </a:pPr>
            <a:r>
              <a:rPr kumimoji="0" lang="es-MX" sz="1000" b="0" i="0" u="none" strike="noStrike" kern="1200" cap="none" spc="-30" normalizeH="0" baseline="0" noProof="0">
                <a:ln>
                  <a:noFill/>
                </a:ln>
                <a:solidFill>
                  <a:srgbClr val="091D09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Real Estate</a:t>
            </a:r>
            <a:endParaRPr kumimoji="0" lang="es-ES_tradnl" sz="1000" b="0" i="0" u="none" strike="noStrike" kern="1200" cap="none" spc="-30" normalizeH="0" baseline="0" noProof="0">
              <a:ln>
                <a:noFill/>
              </a:ln>
              <a:solidFill>
                <a:srgbClr val="091D09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Placeholder 11">
            <a:extLst>
              <a:ext uri="{FF2B5EF4-FFF2-40B4-BE49-F238E27FC236}">
                <a16:creationId xmlns:a16="http://schemas.microsoft.com/office/drawing/2014/main" id="{41DF41C5-B8E6-DD8C-CE7B-81C5D16B3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389323" y="1218361"/>
            <a:ext cx="1321639" cy="1321527"/>
          </a:xfrm>
          <a:prstGeom prst="ellipse">
            <a:avLst/>
          </a:prstGeom>
          <a:ln w="28575" cap="rnd">
            <a:solidFill>
              <a:srgbClr val="009A44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2316733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213EF-256D-FBD5-A913-4731A7459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8297E-A2DF-1B2A-7B87-E9B040604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2800"/>
              <a:t>Resumen | Daniel Gutiérrez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3CCDDF-BA52-E9D6-EBBF-A236038A92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87878"/>
              </a:buClr>
              <a:buSzPct val="75000"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1" i="0" u="none" strike="noStrike" kern="0" cap="all" spc="25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Operation excellence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223EB6D-C26A-6415-7EE4-F5922D3560A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417" y="34579"/>
            <a:ext cx="1685026" cy="13330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EB049DA-1917-2231-1F2D-FDDDE8EA06D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9" t="38353" b="17106"/>
          <a:stretch/>
        </p:blipFill>
        <p:spPr>
          <a:xfrm>
            <a:off x="53853" y="6247694"/>
            <a:ext cx="1108475" cy="610306"/>
          </a:xfrm>
          <a:prstGeom prst="rect">
            <a:avLst/>
          </a:prstGeom>
        </p:spPr>
      </p:pic>
      <p:pic>
        <p:nvPicPr>
          <p:cNvPr id="8" name="Picture 18" descr="Call center with solid fill">
            <a:extLst>
              <a:ext uri="{FF2B5EF4-FFF2-40B4-BE49-F238E27FC236}">
                <a16:creationId xmlns:a16="http://schemas.microsoft.com/office/drawing/2014/main" id="{7AC03697-99A9-A003-31BD-E75FC42C770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44" b="44"/>
          <a:stretch/>
        </p:blipFill>
        <p:spPr>
          <a:xfrm>
            <a:off x="566307" y="1381732"/>
            <a:ext cx="1377184" cy="1375982"/>
          </a:xfrm>
          <a:prstGeom prst="ellipse">
            <a:avLst/>
          </a:prstGeom>
          <a:noFill/>
          <a:ln w="38100">
            <a:solidFill>
              <a:srgbClr val="009A44"/>
            </a:solidFill>
          </a:ln>
        </p:spPr>
      </p:pic>
      <p:pic>
        <p:nvPicPr>
          <p:cNvPr id="9" name="Picture 18" descr="Call center with solid fill">
            <a:extLst>
              <a:ext uri="{FF2B5EF4-FFF2-40B4-BE49-F238E27FC236}">
                <a16:creationId xmlns:a16="http://schemas.microsoft.com/office/drawing/2014/main" id="{4873B7E5-DF2C-668D-D3CB-B83EE6101E1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44" b="44"/>
          <a:stretch/>
        </p:blipFill>
        <p:spPr>
          <a:xfrm>
            <a:off x="4026682" y="1338177"/>
            <a:ext cx="1377183" cy="1375981"/>
          </a:xfrm>
          <a:prstGeom prst="ellipse">
            <a:avLst/>
          </a:prstGeom>
          <a:noFill/>
          <a:ln w="38100">
            <a:solidFill>
              <a:srgbClr val="009A44"/>
            </a:solidFill>
          </a:ln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41C9AE3-8CEB-D444-6F19-CE48B05DF994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3014810"/>
          <a:ext cx="339762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7624">
                  <a:extLst>
                    <a:ext uri="{9D8B030D-6E8A-4147-A177-3AD203B41FA5}">
                      <a16:colId xmlns:a16="http://schemas.microsoft.com/office/drawing/2014/main" val="31539329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 Extrabold" panose="020B0906030804020204" pitchFamily="34" charset="0"/>
                          <a:ea typeface="Open Sans Extrabold" panose="020B0906030804020204" pitchFamily="34" charset="0"/>
                          <a:cs typeface="Open Sans Extrabold" panose="020B0906030804020204" pitchFamily="34" charset="0"/>
                        </a:rPr>
                        <a:t>Daniel Gutiérrez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9A44"/>
                          </a:solidFill>
                          <a:effectLst/>
                          <a:uLnTx/>
                          <a:uFillTx/>
                          <a:latin typeface="Open Sans Extrabold" panose="020B0906030804020204" pitchFamily="34" charset="0"/>
                          <a:ea typeface="Open Sans Extrabold" panose="020B0906030804020204" pitchFamily="34" charset="0"/>
                          <a:cs typeface="Open Sans Extrabold" panose="020B0906030804020204" pitchFamily="34" charset="0"/>
                        </a:rPr>
                        <a:t>Consultor Senior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alt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altLang="es-MX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Consultor Senior en Deloitte con Licenciatura en Matemáticas Aplicadas (ITAM). Cuenta con 3 años de experiencia en Ciencia de Datos y 2 en consultoría de estrategia de negocio, diseñando soluciones de IA y Machine Learning para clientes en banca, energía, hospitalidad y bienes raíces en toda Latinoamérica.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altLang="es-MX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es-MX" altLang="es-MX" sz="1000" b="0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/>
                      </a:r>
                      <a:r>
                        <a:rPr kumimoji="0" lang="es-MX" altLang="es-MX" sz="1000" b="0" i="0" u="none" strike="noStrike" kern="1200" cap="none" spc="-1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/>
                      </a:r>
                      <a:r>
                        <a:rPr kumimoji="0" lang="es-MX" altLang="es-MX" sz="1000" b="0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/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00" b="0">
                          <a:solidFill>
                            <a:srgbClr val="666666">
                              <a:lumMod val="50000"/>
                            </a:srgb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/>
                      </a:r>
                      <a:r>
                        <a:rPr lang="es-MX" sz="1000" b="0" err="1">
                          <a:solidFill>
                            <a:srgbClr val="666666">
                              <a:lumMod val="50000"/>
                            </a:srgb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/>
                      </a:r>
                      <a:r>
                        <a:rPr lang="es-MX" sz="1000" b="0">
                          <a:solidFill>
                            <a:srgbClr val="666666">
                              <a:lumMod val="50000"/>
                            </a:srgb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/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000" b="0">
                        <a:solidFill>
                          <a:srgbClr val="666666">
                            <a:lumMod val="50000"/>
                          </a:srgb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indent="0" ea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</a:pPr>
                      <a:r>
                        <a:rPr kumimoji="0" lang="es-MX" altLang="es-MX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es-MX" altLang="es-MX" sz="1000" b="0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/>
                      </a:r>
                      <a:r>
                        <a:rPr lang="es-MX" sz="1000" b="0">
                          <a:solidFill>
                            <a:srgbClr val="666666">
                              <a:lumMod val="50000"/>
                            </a:srgb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/>
                      </a:r>
                    </a:p>
                    <a:p>
                      <a:pPr marL="0" indent="0" ea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</a:pPr>
                      <a:endParaRPr lang="es-MX" sz="1000" b="0">
                        <a:solidFill>
                          <a:srgbClr val="666666">
                            <a:lumMod val="50000"/>
                          </a:srgb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indent="0" ea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</a:pPr>
                      <a:r>
                        <a:rPr kumimoji="0" lang="es-MX" altLang="es-MX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kumimoji="0" lang="es-MX" altLang="es-MX" sz="1000" b="0" i="0" u="none" strike="noStrike" kern="1200" cap="none" spc="-1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/>
                      </a:r>
                      <a:r>
                        <a:rPr lang="es-MX" sz="1000" b="0">
                          <a:solidFill>
                            <a:srgbClr val="666666">
                              <a:lumMod val="50000"/>
                            </a:srgb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/>
                      </a:r>
                    </a:p>
                  </a:txBody>
                  <a:tcPr marL="144000" marR="144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0500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20F5094-C230-44AA-A747-223E4BFF94C7}"/>
              </a:ext>
            </a:extLst>
          </p:cNvPr>
          <p:cNvGraphicFramePr>
            <a:graphicFrameLocks noGrp="1"/>
          </p:cNvGraphicFramePr>
          <p:nvPr/>
        </p:nvGraphicFramePr>
        <p:xfrm>
          <a:off x="4034118" y="3026444"/>
          <a:ext cx="3702050" cy="982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2007766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Open Sans Extrabold" panose="020B0906030804020204" pitchFamily="34" charset="0"/>
                          <a:ea typeface="Open Sans Extrabold" panose="020B0906030804020204" pitchFamily="34" charset="0"/>
                          <a:cs typeface="Open Sans Extrabold" panose="020B0906030804020204" pitchFamily="34" charset="0"/>
                        </a:rPr>
                        <a:t>Daniel Gutierrez</a:t>
                      </a:r>
                      <a:endParaRPr kumimoji="0" lang="es-MX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Open Sans Extrabold" panose="020B0906030804020204" pitchFamily="34" charset="0"/>
                        <a:ea typeface="Open Sans Extrabold" panose="020B0906030804020204" pitchFamily="34" charset="0"/>
                        <a:cs typeface="Open Sans Extrabold" panose="020B0906030804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9A44"/>
                          </a:solidFill>
                          <a:effectLst/>
                          <a:uLnTx/>
                          <a:uFillTx/>
                          <a:latin typeface="Open Sans Extrabold" panose="020B0906030804020204" pitchFamily="34" charset="0"/>
                          <a:ea typeface="Open Sans Extrabold" panose="020B0906030804020204" pitchFamily="34" charset="0"/>
                          <a:cs typeface="Open Sans Extrabold" panose="020B0906030804020204" pitchFamily="34" charset="0"/>
                        </a:rPr>
                        <a:t>Senior Consultant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Open Sans"/>
                        </a:rPr>
                        <a:t>Senior Consultant at Deloitte with a B.Sc. in Applied Mathematics (ITAM). He has 3 years of experience in Data Science and 2 in business strategy consulting, designing AI and Machine Learning solutions for clients in banking, energy, hospitality, and real estate across Latin America.</a:t>
                      </a: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l" defTabSz="914400" rtl="0" eaLnBrk="0" fontAlgn="auto" latinLnBrk="0" hangingPunc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1544187" algn="l"/>
                        </a:tabLst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/>
                    </a:p>
                  </a:txBody>
                  <a:tcPr marL="144000" marR="144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05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03176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Deloitte_Brand_Theme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Brand_Theme" id="{6616D06F-355C-41D2-AEC5-9DE6DC577919}" vid="{C6B605AB-3ACD-4914-BC91-A310AFB77A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TemplafySlideFormConfiguration><![CDATA[{"formFields":[],"formDataEntries":[]}]]></TemplafySlideFormConfiguration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C0B5E8C28FBB4DB6BB6E6547CA8A70" ma:contentTypeVersion="14" ma:contentTypeDescription="Create a new document." ma:contentTypeScope="" ma:versionID="4c6617896dbd6066d418e5883b6ed562">
  <xsd:schema xmlns:xsd="http://www.w3.org/2001/XMLSchema" xmlns:xs="http://www.w3.org/2001/XMLSchema" xmlns:p="http://schemas.microsoft.com/office/2006/metadata/properties" xmlns:ns3="8f1e2369-70da-40d7-b978-99d0855b91b8" xmlns:ns4="8ee28f6f-733e-446a-845c-015b8614e1f7" targetNamespace="http://schemas.microsoft.com/office/2006/metadata/properties" ma:root="true" ma:fieldsID="7beb73ffafaeb73ea273bd43962ac528" ns3:_="" ns4:_="">
    <xsd:import namespace="8f1e2369-70da-40d7-b978-99d0855b91b8"/>
    <xsd:import namespace="8ee28f6f-733e-446a-845c-015b8614e1f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1e2369-70da-40d7-b978-99d0855b91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e28f6f-733e-446a-845c-015b8614e1f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TemplafySlideTemplateConfiguration><![CDATA[{"slideVersion":1,"isValidatorEnabled":false,"isLocked":false,"elementsMetadata":[],"slideId":"1395848840643608576","enableDocumentContentUpdater":false,"version":"2.0"}]]></TemplafySlideTemplateConfiguration>
</file>

<file path=customXml/item5.xml><?xml version="1.0" encoding="utf-8"?>
<TemplafyTemplateConfiguration><![CDATA[{"elementsMetadata":[],"transformationConfigurations":[],"templateName":"Deloitte_16_9_blank_2026","templateDescription":"","enableDocumentContentUpdater":false,"version":"2.0"}]]></TemplafyTemplateConfiguration>
</file>

<file path=customXml/item6.xml><?xml version="1.0" encoding="utf-8"?>
<TemplafyFormConfiguration><![CDATA[{"formFields":[],"formDataEntries":[]}]]></TemplafyFormConfiguration>
</file>

<file path=customXml/item7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6E6CC2D-2343-40C9-BF57-ACB940668A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120DBA-1A29-4FC8-93DB-3D8AD78044F0}">
  <ds:schemaRefs/>
</ds:datastoreItem>
</file>

<file path=customXml/itemProps3.xml><?xml version="1.0" encoding="utf-8"?>
<ds:datastoreItem xmlns:ds="http://schemas.openxmlformats.org/officeDocument/2006/customXml" ds:itemID="{10B2FCBC-AEA4-4167-AEBB-3951BFAB54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1e2369-70da-40d7-b978-99d0855b91b8"/>
    <ds:schemaRef ds:uri="8ee28f6f-733e-446a-845c-015b8614e1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3E7BF5A8-8641-47C3-82F5-7CF0458B3D07}">
  <ds:schemaRefs/>
</ds:datastoreItem>
</file>

<file path=customXml/itemProps5.xml><?xml version="1.0" encoding="utf-8"?>
<ds:datastoreItem xmlns:ds="http://schemas.openxmlformats.org/officeDocument/2006/customXml" ds:itemID="{21C4425B-E377-4ADE-A01F-CC41FFF5CC78}">
  <ds:schemaRefs/>
</ds:datastoreItem>
</file>

<file path=customXml/itemProps6.xml><?xml version="1.0" encoding="utf-8"?>
<ds:datastoreItem xmlns:ds="http://schemas.openxmlformats.org/officeDocument/2006/customXml" ds:itemID="{7FCF9609-91E2-4BB1-8B63-A48DFFAC12F9}">
  <ds:schemaRefs/>
</ds:datastoreItem>
</file>

<file path=customXml/itemProps7.xml><?xml version="1.0" encoding="utf-8"?>
<ds:datastoreItem xmlns:ds="http://schemas.openxmlformats.org/officeDocument/2006/customXml" ds:itemID="{9BBF235D-5BAD-4A08-AEE0-5E29BE15689F}">
  <ds:schemaRefs>
    <ds:schemaRef ds:uri="http://purl.org/dc/dcmitype/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8ee28f6f-733e-446a-845c-015b8614e1f7"/>
    <ds:schemaRef ds:uri="8f1e2369-70da-40d7-b978-99d0855b91b8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Deloitte_Brand_Theme_102224</Template>
  <TotalTime>76</TotalTime>
  <Words>1392</Words>
  <Application>Microsoft Office PowerPoint</Application>
  <PresentationFormat>Widescreen</PresentationFormat>
  <Paragraphs>325</Paragraphs>
  <Slides>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Aptos</vt:lpstr>
      <vt:lpstr>Arial</vt:lpstr>
      <vt:lpstr>Calibri</vt:lpstr>
      <vt:lpstr>Courier New</vt:lpstr>
      <vt:lpstr>Nexa Black</vt:lpstr>
      <vt:lpstr>Open Sans</vt:lpstr>
      <vt:lpstr>Open Sans Extrabold</vt:lpstr>
      <vt:lpstr>Verdana</vt:lpstr>
      <vt:lpstr>Wingdings</vt:lpstr>
      <vt:lpstr>1_Deloitte_Brand_Theme</vt:lpstr>
      <vt:lpstr>think-cell Slide</vt:lpstr>
      <vt:lpstr>   Daniel Gutiérrez Restrepo</vt:lpstr>
      <vt:lpstr>    Daniel Gutiérrez Restrepo</vt:lpstr>
      <vt:lpstr>Resumen | Nombre y Apellido</vt:lpstr>
      <vt:lpstr>   Nombre</vt:lpstr>
      <vt:lpstr>    Name</vt:lpstr>
      <vt:lpstr>Resumen | Nombre y Apellido</vt:lpstr>
      <vt:lpstr>   Oscar Pérez Araya</vt:lpstr>
      <vt:lpstr>   Oscar Pérez Araya</vt:lpstr>
      <vt:lpstr>Resumen | Oscar Pérez Araya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16x9 Onscreen PPT</dc:title>
  <dc:creator/>
  <cp:lastModifiedBy>Gutierrez, Daniel</cp:lastModifiedBy>
  <cp:revision>2</cp:revision>
  <dcterms:created xsi:type="dcterms:W3CDTF">2026-02-24T22:04:32Z</dcterms:created>
  <dcterms:modified xsi:type="dcterms:W3CDTF">2026-07-18T02:48:03Z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2021-04-05T20:58:38Z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9ab57f92-f9f5-4e1c-bb56-f04159416863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0x01010097C0B5E8C28FBB4DB6BB6E6547CA8A70</vt:lpwstr>
  </property>
  <property fmtid="{D5CDD505-2E9C-101B-9397-08002B2CF9AE}" pid="10" name="TemplafyTimeStamp">
    <vt:lpwstr>2026-02-24T18:23:12</vt:lpwstr>
  </property>
  <property fmtid="{D5CDD505-2E9C-101B-9397-08002B2CF9AE}" pid="11" name="TemplafyTenantId">
    <vt:lpwstr>slatamdeloitte</vt:lpwstr>
  </property>
  <property fmtid="{D5CDD505-2E9C-101B-9397-08002B2CF9AE}" pid="12" name="TemplafyTemplateId">
    <vt:lpwstr>1395848840889499656</vt:lpwstr>
  </property>
  <property fmtid="{D5CDD505-2E9C-101B-9397-08002B2CF9AE}" pid="13" name="TemplafyUserProfileId">
    <vt:lpwstr>1293314442380969015</vt:lpwstr>
  </property>
  <property fmtid="{D5CDD505-2E9C-101B-9397-08002B2CF9AE}" pid="14" name="TemplafyFromBlank">
    <vt:bool>true</vt:bool>
  </property>
</Properties>
</file>