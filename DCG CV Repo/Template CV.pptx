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256" r:id="rId8"/>
  </p:sldMasterIdLst>
  <p:notesMasterIdLst>
    <p:notesMasterId r:id="rId18"/>
  </p:notesMasterIdLst>
  <p:handoutMasterIdLst>
    <p:handoutMasterId r:id="rId19"/>
  </p:handoutMasterIdLst>
  <p:sldIdLst>
    <p:sldId id="12881" r:id="rId9"/>
    <p:sldId id="12882" r:id="rId10"/>
    <p:sldId id="12883" r:id="rId11"/>
    <p:sldId id="12731" r:id="rId12"/>
    <p:sldId id="12876" r:id="rId13"/>
    <p:sldId id="12877" r:id="rId14"/>
    <p:sldId id="12878" r:id="rId15"/>
    <p:sldId id="12879" r:id="rId16"/>
    <p:sldId id="12880" r:id="rId17"/>
  </p:sldIdLst>
  <p:sldSz cx="12192000" cy="6858000"/>
  <p:notesSz cx="7315200" cy="96012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34E26BF-2F90-4F0B-A5F0-713DEAABA5A1}">
          <p14:sldIdLst>
            <p14:sldId id="12881"/>
            <p14:sldId id="12882"/>
            <p14:sldId id="12883"/>
            <p14:sldId id="12731"/>
            <p14:sldId id="12876"/>
            <p14:sldId id="12877"/>
          </p14:sldIdLst>
        </p14:section>
        <p14:section name="CV DE EJEMPLO - BORRAR AL SUBIR" id="{121BE9DD-788F-4F18-93FD-C1D5850573B9}">
          <p14:sldIdLst>
            <p14:sldId id="12878"/>
            <p14:sldId id="12879"/>
            <p14:sldId id="1288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890D"/>
    <a:srgbClr val="000000"/>
    <a:srgbClr val="FFCD00"/>
    <a:srgbClr val="ED8B00"/>
    <a:srgbClr val="DB291C"/>
    <a:srgbClr val="FF9900"/>
    <a:srgbClr val="C00000"/>
    <a:srgbClr val="3C8A2E"/>
    <a:srgbClr val="DCDCDC"/>
    <a:srgbClr val="B4B4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F6EDF6-182F-4431-A3FA-E109D7BAC342}" v="6" dt="2026-07-18T02:47:47.1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188" autoAdjust="0"/>
  </p:normalViewPr>
  <p:slideViewPr>
    <p:cSldViewPr snapToGrid="0" showGuides="1">
      <p:cViewPr varScale="1">
        <p:scale>
          <a:sx n="102" d="100"/>
          <a:sy n="102" d="100"/>
        </p:scale>
        <p:origin x="276" y="80"/>
      </p:cViewPr>
      <p:guideLst/>
    </p:cSldViewPr>
  </p:slideViewPr>
  <p:outlineViewPr>
    <p:cViewPr>
      <p:scale>
        <a:sx n="33" d="100"/>
        <a:sy n="33" d="100"/>
      </p:scale>
      <p:origin x="0" y="-59190"/>
    </p:cViewPr>
  </p:outlineViewPr>
  <p:notesTextViewPr>
    <p:cViewPr>
      <p:scale>
        <a:sx n="100" d="100"/>
        <a:sy n="100" d="100"/>
      </p:scale>
      <p:origin x="0" y="0"/>
    </p:cViewPr>
  </p:notesTextViewPr>
  <p:sorterViewPr>
    <p:cViewPr>
      <p:scale>
        <a:sx n="81" d="100"/>
        <a:sy n="81" d="100"/>
      </p:scale>
      <p:origin x="0" y="0"/>
    </p:cViewPr>
  </p:sorterViewPr>
  <p:notesViewPr>
    <p:cSldViewPr snapToGrid="0" showGuides="1">
      <p:cViewPr varScale="1">
        <p:scale>
          <a:sx n="57" d="100"/>
          <a:sy n="57" d="100"/>
        </p:scale>
        <p:origin x="199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1.xml"/><Relationship Id="rId13" Type="http://schemas.openxmlformats.org/officeDocument/2006/relationships/slide" Target="slides/slide5.xml"/><Relationship Id="rId18" Type="http://schemas.openxmlformats.org/officeDocument/2006/relationships/notesMaster" Target="notesMasters/notesMaster1.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customXml" Target="../customXml/item7.xml"/><Relationship Id="rId12" Type="http://schemas.openxmlformats.org/officeDocument/2006/relationships/slide" Target="slides/slide4.xml"/><Relationship Id="rId17" Type="http://schemas.openxmlformats.org/officeDocument/2006/relationships/slide" Target="slides/slide9.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3.xml"/><Relationship Id="rId24"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7.xml"/><Relationship Id="rId23"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rez, Oscar" userId="32e7322d-a976-4828-9893-be5b7e5c6214" providerId="ADAL" clId="{4285843B-588C-4A14-9CCC-230D33CC631B}"/>
    <pc:docChg chg="undo redo custSel mod addSld delSld modSld modMainMaster addSection modSection">
      <pc:chgData name="Perez, Oscar" userId="32e7322d-a976-4828-9893-be5b7e5c6214" providerId="ADAL" clId="{4285843B-588C-4A14-9CCC-230D33CC631B}" dt="2026-06-30T15:10:17.866" v="917" actId="20577"/>
      <pc:docMkLst>
        <pc:docMk/>
      </pc:docMkLst>
      <pc:sldChg chg="addSp delSp modSp mod">
        <pc:chgData name="Perez, Oscar" userId="32e7322d-a976-4828-9893-be5b7e5c6214" providerId="ADAL" clId="{4285843B-588C-4A14-9CCC-230D33CC631B}" dt="2026-06-30T14:46:10.883" v="831" actId="478"/>
        <pc:sldMkLst>
          <pc:docMk/>
          <pc:sldMk cId="2616592935" sldId="12731"/>
        </pc:sldMkLst>
        <pc:spChg chg="mod">
          <ac:chgData name="Perez, Oscar" userId="32e7322d-a976-4828-9893-be5b7e5c6214" providerId="ADAL" clId="{4285843B-588C-4A14-9CCC-230D33CC631B}" dt="2026-06-29T21:51:11.401" v="579" actId="20577"/>
          <ac:spMkLst>
            <pc:docMk/>
            <pc:sldMk cId="2616592935" sldId="12731"/>
            <ac:spMk id="5" creationId="{11652440-1012-ABEB-CA94-ACEB3A8581B4}"/>
          </ac:spMkLst>
        </pc:spChg>
        <pc:spChg chg="add del mod">
          <ac:chgData name="Perez, Oscar" userId="32e7322d-a976-4828-9893-be5b7e5c6214" providerId="ADAL" clId="{4285843B-588C-4A14-9CCC-230D33CC631B}" dt="2026-06-30T14:46:10.553" v="830" actId="478"/>
          <ac:spMkLst>
            <pc:docMk/>
            <pc:sldMk cId="2616592935" sldId="12731"/>
            <ac:spMk id="6" creationId="{C85C441B-6125-A01F-EC0D-9A217A72080A}"/>
          </ac:spMkLst>
        </pc:spChg>
        <pc:spChg chg="mod">
          <ac:chgData name="Perez, Oscar" userId="32e7322d-a976-4828-9893-be5b7e5c6214" providerId="ADAL" clId="{4285843B-588C-4A14-9CCC-230D33CC631B}" dt="2026-06-29T21:50:43.996" v="569" actId="5793"/>
          <ac:spMkLst>
            <pc:docMk/>
            <pc:sldMk cId="2616592935" sldId="12731"/>
            <ac:spMk id="7" creationId="{3DD3490F-B650-2337-D9CC-7EA7F9D85E50}"/>
          </ac:spMkLst>
        </pc:spChg>
        <pc:spChg chg="mod">
          <ac:chgData name="Perez, Oscar" userId="32e7322d-a976-4828-9893-be5b7e5c6214" providerId="ADAL" clId="{4285843B-588C-4A14-9CCC-230D33CC631B}" dt="2026-06-29T21:53:07.343" v="717" actId="20577"/>
          <ac:spMkLst>
            <pc:docMk/>
            <pc:sldMk cId="2616592935" sldId="12731"/>
            <ac:spMk id="10" creationId="{87B903DF-F8C5-7425-00D5-412CCB2A6325}"/>
          </ac:spMkLst>
        </pc:spChg>
        <pc:spChg chg="add del mod">
          <ac:chgData name="Perez, Oscar" userId="32e7322d-a976-4828-9893-be5b7e5c6214" providerId="ADAL" clId="{4285843B-588C-4A14-9CCC-230D33CC631B}" dt="2026-06-30T14:46:10.883" v="831" actId="478"/>
          <ac:spMkLst>
            <pc:docMk/>
            <pc:sldMk cId="2616592935" sldId="12731"/>
            <ac:spMk id="11" creationId="{AF1BB4F9-C11E-EB05-7387-54DF79C9215D}"/>
          </ac:spMkLst>
        </pc:spChg>
        <pc:spChg chg="mod">
          <ac:chgData name="Perez, Oscar" userId="32e7322d-a976-4828-9893-be5b7e5c6214" providerId="ADAL" clId="{4285843B-588C-4A14-9CCC-230D33CC631B}" dt="2026-06-29T21:22:28.986" v="424" actId="20577"/>
          <ac:spMkLst>
            <pc:docMk/>
            <pc:sldMk cId="2616592935" sldId="12731"/>
            <ac:spMk id="27" creationId="{698355FF-281D-43E6-ABF2-C9762F422AFA}"/>
          </ac:spMkLst>
        </pc:spChg>
        <pc:spChg chg="mod">
          <ac:chgData name="Perez, Oscar" userId="32e7322d-a976-4828-9893-be5b7e5c6214" providerId="ADAL" clId="{4285843B-588C-4A14-9CCC-230D33CC631B}" dt="2026-06-29T21:20:23.949" v="314" actId="20577"/>
          <ac:spMkLst>
            <pc:docMk/>
            <pc:sldMk cId="2616592935" sldId="12731"/>
            <ac:spMk id="73" creationId="{E2F105EE-6961-4448-A99A-801AAF455100}"/>
          </ac:spMkLst>
        </pc:spChg>
      </pc:sldChg>
      <pc:sldChg chg="addSp delSp modSp mod">
        <pc:chgData name="Perez, Oscar" userId="32e7322d-a976-4828-9893-be5b7e5c6214" providerId="ADAL" clId="{4285843B-588C-4A14-9CCC-230D33CC631B}" dt="2026-06-29T21:54:18.609" v="823"/>
        <pc:sldMkLst>
          <pc:docMk/>
          <pc:sldMk cId="1756089929" sldId="12876"/>
        </pc:sldMkLst>
        <pc:spChg chg="mod">
          <ac:chgData name="Perez, Oscar" userId="32e7322d-a976-4828-9893-be5b7e5c6214" providerId="ADAL" clId="{4285843B-588C-4A14-9CCC-230D33CC631B}" dt="2026-06-29T21:13:55.574" v="24" actId="20577"/>
          <ac:spMkLst>
            <pc:docMk/>
            <pc:sldMk cId="1756089929" sldId="12876"/>
            <ac:spMk id="5" creationId="{11652440-1012-ABEB-CA94-ACEB3A8581B4}"/>
          </ac:spMkLst>
        </pc:spChg>
        <pc:spChg chg="add del mod">
          <ac:chgData name="Perez, Oscar" userId="32e7322d-a976-4828-9893-be5b7e5c6214" providerId="ADAL" clId="{4285843B-588C-4A14-9CCC-230D33CC631B}" dt="2026-06-29T21:51:00.355" v="572" actId="20577"/>
          <ac:spMkLst>
            <pc:docMk/>
            <pc:sldMk cId="1756089929" sldId="12876"/>
            <ac:spMk id="7" creationId="{3DD3490F-B650-2337-D9CC-7EA7F9D85E50}"/>
          </ac:spMkLst>
        </pc:spChg>
        <pc:spChg chg="add mod">
          <ac:chgData name="Perez, Oscar" userId="32e7322d-a976-4828-9893-be5b7e5c6214" providerId="ADAL" clId="{4285843B-588C-4A14-9CCC-230D33CC631B}" dt="2026-06-29T21:54:18.609" v="823"/>
          <ac:spMkLst>
            <pc:docMk/>
            <pc:sldMk cId="1756089929" sldId="12876"/>
            <ac:spMk id="9" creationId="{D150E43A-8840-D9BA-10FE-12A18FC8116A}"/>
          </ac:spMkLst>
        </pc:spChg>
        <pc:spChg chg="mod">
          <ac:chgData name="Perez, Oscar" userId="32e7322d-a976-4828-9893-be5b7e5c6214" providerId="ADAL" clId="{4285843B-588C-4A14-9CCC-230D33CC631B}" dt="2026-06-29T21:53:45.395" v="808" actId="6549"/>
          <ac:spMkLst>
            <pc:docMk/>
            <pc:sldMk cId="1756089929" sldId="12876"/>
            <ac:spMk id="10" creationId="{87B903DF-F8C5-7425-00D5-412CCB2A6325}"/>
          </ac:spMkLst>
        </pc:spChg>
        <pc:spChg chg="mod">
          <ac:chgData name="Perez, Oscar" userId="32e7322d-a976-4828-9893-be5b7e5c6214" providerId="ADAL" clId="{4285843B-588C-4A14-9CCC-230D33CC631B}" dt="2026-06-29T21:51:30.705" v="605" actId="20577"/>
          <ac:spMkLst>
            <pc:docMk/>
            <pc:sldMk cId="1756089929" sldId="12876"/>
            <ac:spMk id="27" creationId="{698355FF-281D-43E6-ABF2-C9762F422AFA}"/>
          </ac:spMkLst>
        </pc:spChg>
        <pc:spChg chg="mod">
          <ac:chgData name="Perez, Oscar" userId="32e7322d-a976-4828-9893-be5b7e5c6214" providerId="ADAL" clId="{4285843B-588C-4A14-9CCC-230D33CC631B}" dt="2026-06-29T21:27:48.032" v="428" actId="20577"/>
          <ac:spMkLst>
            <pc:docMk/>
            <pc:sldMk cId="1756089929" sldId="12876"/>
            <ac:spMk id="73" creationId="{E2F105EE-6961-4448-A99A-801AAF455100}"/>
          </ac:spMkLst>
        </pc:spChg>
      </pc:sldChg>
      <pc:sldChg chg="addSp delSp modSp mod">
        <pc:chgData name="Perez, Oscar" userId="32e7322d-a976-4828-9893-be5b7e5c6214" providerId="ADAL" clId="{4285843B-588C-4A14-9CCC-230D33CC631B}" dt="2026-06-30T14:46:52.351" v="839" actId="478"/>
        <pc:sldMkLst>
          <pc:docMk/>
          <pc:sldMk cId="3530011832" sldId="12877"/>
        </pc:sldMkLst>
        <pc:spChg chg="add del mod">
          <ac:chgData name="Perez, Oscar" userId="32e7322d-a976-4828-9893-be5b7e5c6214" providerId="ADAL" clId="{4285843B-588C-4A14-9CCC-230D33CC631B}" dt="2026-06-30T14:46:51.972" v="838" actId="478"/>
          <ac:spMkLst>
            <pc:docMk/>
            <pc:sldMk cId="3530011832" sldId="12877"/>
            <ac:spMk id="7" creationId="{EBF7B86F-0EDC-65DA-43DA-D3AA9E0662E3}"/>
          </ac:spMkLst>
        </pc:spChg>
        <pc:spChg chg="add del mod">
          <ac:chgData name="Perez, Oscar" userId="32e7322d-a976-4828-9893-be5b7e5c6214" providerId="ADAL" clId="{4285843B-588C-4A14-9CCC-230D33CC631B}" dt="2026-06-30T14:46:52.351" v="839" actId="478"/>
          <ac:spMkLst>
            <pc:docMk/>
            <pc:sldMk cId="3530011832" sldId="12877"/>
            <ac:spMk id="12" creationId="{47EB6B80-54A6-4101-C33C-7479A47617A4}"/>
          </ac:spMkLst>
        </pc:spChg>
      </pc:sldChg>
      <pc:sldChg chg="addSp delSp modSp add mod">
        <pc:chgData name="Perez, Oscar" userId="32e7322d-a976-4828-9893-be5b7e5c6214" providerId="ADAL" clId="{4285843B-588C-4A14-9CCC-230D33CC631B}" dt="2026-06-30T15:10:17.866" v="917" actId="20577"/>
        <pc:sldMkLst>
          <pc:docMk/>
          <pc:sldMk cId="1916113871" sldId="12878"/>
        </pc:sldMkLst>
        <pc:spChg chg="mod">
          <ac:chgData name="Perez, Oscar" userId="32e7322d-a976-4828-9893-be5b7e5c6214" providerId="ADAL" clId="{4285843B-588C-4A14-9CCC-230D33CC631B}" dt="2026-06-30T15:10:17.866" v="917" actId="20577"/>
          <ac:spMkLst>
            <pc:docMk/>
            <pc:sldMk cId="1916113871" sldId="12878"/>
            <ac:spMk id="10" creationId="{87B903DF-F8C5-7425-00D5-412CCB2A6325}"/>
          </ac:spMkLst>
        </pc:spChg>
        <pc:picChg chg="add mod">
          <ac:chgData name="Perez, Oscar" userId="32e7322d-a976-4828-9893-be5b7e5c6214" providerId="ADAL" clId="{4285843B-588C-4A14-9CCC-230D33CC631B}" dt="2026-06-30T14:47:15.720" v="842"/>
          <ac:picMkLst>
            <pc:docMk/>
            <pc:sldMk cId="1916113871" sldId="12878"/>
            <ac:picMk id="4" creationId="{72A1522D-1DBC-EF9C-B441-ED0FE727F6F3}"/>
          </ac:picMkLst>
        </pc:picChg>
      </pc:sldChg>
      <pc:sldChg chg="addSp delSp modSp add mod">
        <pc:chgData name="Perez, Oscar" userId="32e7322d-a976-4828-9893-be5b7e5c6214" providerId="ADAL" clId="{4285843B-588C-4A14-9CCC-230D33CC631B}" dt="2026-06-30T14:52:58.582" v="864" actId="478"/>
        <pc:sldMkLst>
          <pc:docMk/>
          <pc:sldMk cId="3249325691" sldId="12879"/>
        </pc:sldMkLst>
        <pc:picChg chg="add mod">
          <ac:chgData name="Perez, Oscar" userId="32e7322d-a976-4828-9893-be5b7e5c6214" providerId="ADAL" clId="{4285843B-588C-4A14-9CCC-230D33CC631B}" dt="2026-06-30T14:47:18.056" v="843"/>
          <ac:picMkLst>
            <pc:docMk/>
            <pc:sldMk cId="3249325691" sldId="12879"/>
            <ac:picMk id="4" creationId="{AB0D2C86-2779-D775-9F73-80C8C22E7A9E}"/>
          </ac:picMkLst>
        </pc:picChg>
      </pc:sldChg>
      <pc:sldChg chg="addSp delSp modSp add mod">
        <pc:chgData name="Perez, Oscar" userId="32e7322d-a976-4828-9893-be5b7e5c6214" providerId="ADAL" clId="{4285843B-588C-4A14-9CCC-230D33CC631B}" dt="2026-06-30T14:53:01.003" v="867" actId="1076"/>
        <pc:sldMkLst>
          <pc:docMk/>
          <pc:sldMk cId="3071223460" sldId="12880"/>
        </pc:sldMkLst>
        <pc:picChg chg="add mod">
          <ac:chgData name="Perez, Oscar" userId="32e7322d-a976-4828-9893-be5b7e5c6214" providerId="ADAL" clId="{4285843B-588C-4A14-9CCC-230D33CC631B}" dt="2026-06-30T14:53:01.003" v="867" actId="1076"/>
          <ac:picMkLst>
            <pc:docMk/>
            <pc:sldMk cId="3071223460" sldId="12880"/>
            <ac:picMk id="6" creationId="{20D5197C-985F-FC80-5661-D1C2165823B6}"/>
          </ac:picMkLst>
        </pc:picChg>
        <pc:picChg chg="add mod">
          <ac:chgData name="Perez, Oscar" userId="32e7322d-a976-4828-9893-be5b7e5c6214" providerId="ADAL" clId="{4285843B-588C-4A14-9CCC-230D33CC631B}" dt="2026-06-30T14:47:27.170" v="848"/>
          <ac:picMkLst>
            <pc:docMk/>
            <pc:sldMk cId="3071223460" sldId="12880"/>
            <ac:picMk id="8" creationId="{DCB82E81-E08E-B52D-BC0F-535323A431D2}"/>
          </ac:picMkLst>
        </pc:picChg>
      </pc:sldChg>
      <pc:sldMasterChg chg="delSp mod">
        <pc:chgData name="Perez, Oscar" userId="32e7322d-a976-4828-9893-be5b7e5c6214" providerId="ADAL" clId="{4285843B-588C-4A14-9CCC-230D33CC631B}" dt="2026-06-29T21:25:29.531" v="425" actId="478"/>
        <pc:sldMasterMkLst>
          <pc:docMk/>
          <pc:sldMasterMk cId="479652412" sldId="2147484256"/>
        </pc:sldMasterMkLst>
      </pc:sldMasterChg>
    </pc:docChg>
  </pc:docChgLst>
  <pc:docChgLst>
    <pc:chgData name="Gutierrez, Daniel" userId="3b31aeed-ad62-48bd-9fce-c8e88534c20b" providerId="ADAL" clId="{F43653B4-A945-41F0-AA3D-37069601CF79}"/>
    <pc:docChg chg="undo custSel addSld modSld">
      <pc:chgData name="Gutierrez, Daniel" userId="3b31aeed-ad62-48bd-9fce-c8e88534c20b" providerId="ADAL" clId="{F43653B4-A945-41F0-AA3D-37069601CF79}" dt="2026-07-18T02:47:58.299" v="107" actId="478"/>
      <pc:docMkLst>
        <pc:docMk/>
      </pc:docMkLst>
      <pc:sldChg chg="addSp delSp modSp add mod">
        <pc:chgData name="Gutierrez, Daniel" userId="3b31aeed-ad62-48bd-9fce-c8e88534c20b" providerId="ADAL" clId="{F43653B4-A945-41F0-AA3D-37069601CF79}" dt="2026-07-18T02:47:58.299" v="107" actId="478"/>
        <pc:sldMkLst>
          <pc:docMk/>
          <pc:sldMk cId="3469057003" sldId="12881"/>
        </pc:sldMkLst>
        <pc:spChg chg="mod">
          <ac:chgData name="Gutierrez, Daniel" userId="3b31aeed-ad62-48bd-9fce-c8e88534c20b" providerId="ADAL" clId="{F43653B4-A945-41F0-AA3D-37069601CF79}" dt="2026-07-18T02:43:51.715" v="35" actId="20577"/>
          <ac:spMkLst>
            <pc:docMk/>
            <pc:sldMk cId="3469057003" sldId="12881"/>
            <ac:spMk id="5" creationId="{56A64065-B765-9125-61F4-60ACDA9D5806}"/>
          </ac:spMkLst>
        </pc:spChg>
        <pc:spChg chg="del">
          <ac:chgData name="Gutierrez, Daniel" userId="3b31aeed-ad62-48bd-9fce-c8e88534c20b" providerId="ADAL" clId="{F43653B4-A945-41F0-AA3D-37069601CF79}" dt="2026-07-18T02:47:58.299" v="107" actId="478"/>
          <ac:spMkLst>
            <pc:docMk/>
            <pc:sldMk cId="3469057003" sldId="12881"/>
            <ac:spMk id="6" creationId="{36BC9098-4647-EC2D-0E9D-913F95CC6B33}"/>
          </ac:spMkLst>
        </pc:spChg>
        <pc:spChg chg="del">
          <ac:chgData name="Gutierrez, Daniel" userId="3b31aeed-ad62-48bd-9fce-c8e88534c20b" providerId="ADAL" clId="{F43653B4-A945-41F0-AA3D-37069601CF79}" dt="2026-07-18T02:46:53.808" v="36" actId="478"/>
          <ac:spMkLst>
            <pc:docMk/>
            <pc:sldMk cId="3469057003" sldId="12881"/>
            <ac:spMk id="11" creationId="{E76FC3AA-FF55-A028-CFF0-EBB97DC12DE2}"/>
          </ac:spMkLst>
        </pc:spChg>
        <pc:spChg chg="mod">
          <ac:chgData name="Gutierrez, Daniel" userId="3b31aeed-ad62-48bd-9fce-c8e88534c20b" providerId="ADAL" clId="{F43653B4-A945-41F0-AA3D-37069601CF79}" dt="2026-07-18T02:47:30.174" v="69" actId="20577"/>
          <ac:spMkLst>
            <pc:docMk/>
            <pc:sldMk cId="3469057003" sldId="12881"/>
            <ac:spMk id="63" creationId="{B5715BB5-E3AC-C60F-43D3-1E0E64777FF3}"/>
          </ac:spMkLst>
        </pc:spChg>
        <pc:picChg chg="add mod">
          <ac:chgData name="Gutierrez, Daniel" userId="3b31aeed-ad62-48bd-9fce-c8e88534c20b" providerId="ADAL" clId="{F43653B4-A945-41F0-AA3D-37069601CF79}" dt="2026-07-18T02:42:52.939" v="2"/>
          <ac:picMkLst>
            <pc:docMk/>
            <pc:sldMk cId="3469057003" sldId="12881"/>
            <ac:picMk id="4" creationId="{E8E54000-29F6-2204-33D9-CCBD18F2FD0A}"/>
          </ac:picMkLst>
        </pc:picChg>
        <pc:picChg chg="add del">
          <ac:chgData name="Gutierrez, Daniel" userId="3b31aeed-ad62-48bd-9fce-c8e88534c20b" providerId="ADAL" clId="{F43653B4-A945-41F0-AA3D-37069601CF79}" dt="2026-07-18T02:42:58.556" v="4" actId="478"/>
          <ac:picMkLst>
            <pc:docMk/>
            <pc:sldMk cId="3469057003" sldId="12881"/>
            <ac:picMk id="9" creationId="{3ACBB986-C455-4BBF-E4BE-04DA480F461C}"/>
          </ac:picMkLst>
        </pc:picChg>
        <pc:picChg chg="add mod">
          <ac:chgData name="Gutierrez, Daniel" userId="3b31aeed-ad62-48bd-9fce-c8e88534c20b" providerId="ADAL" clId="{F43653B4-A945-41F0-AA3D-37069601CF79}" dt="2026-07-18T02:43:01.279" v="6" actId="1076"/>
          <ac:picMkLst>
            <pc:docMk/>
            <pc:sldMk cId="3469057003" sldId="12881"/>
            <ac:picMk id="13" creationId="{BEEC9D2C-5670-C4F3-996D-2873160092B6}"/>
          </ac:picMkLst>
        </pc:picChg>
      </pc:sldChg>
      <pc:sldChg chg="addSp delSp modSp add mod">
        <pc:chgData name="Gutierrez, Daniel" userId="3b31aeed-ad62-48bd-9fce-c8e88534c20b" providerId="ADAL" clId="{F43653B4-A945-41F0-AA3D-37069601CF79}" dt="2026-07-18T02:47:48.032" v="106" actId="20577"/>
        <pc:sldMkLst>
          <pc:docMk/>
          <pc:sldMk cId="2316733210" sldId="12882"/>
        </pc:sldMkLst>
        <pc:spChg chg="mod">
          <ac:chgData name="Gutierrez, Daniel" userId="3b31aeed-ad62-48bd-9fce-c8e88534c20b" providerId="ADAL" clId="{F43653B4-A945-41F0-AA3D-37069601CF79}" dt="2026-07-18T02:47:48.032" v="106" actId="20577"/>
          <ac:spMkLst>
            <pc:docMk/>
            <pc:sldMk cId="2316733210" sldId="12882"/>
            <ac:spMk id="5" creationId="{10E22246-5B8B-8291-5949-E25005E01E96}"/>
          </ac:spMkLst>
        </pc:spChg>
        <pc:spChg chg="del">
          <ac:chgData name="Gutierrez, Daniel" userId="3b31aeed-ad62-48bd-9fce-c8e88534c20b" providerId="ADAL" clId="{F43653B4-A945-41F0-AA3D-37069601CF79}" dt="2026-07-18T02:47:16.656" v="37" actId="478"/>
          <ac:spMkLst>
            <pc:docMk/>
            <pc:sldMk cId="2316733210" sldId="12882"/>
            <ac:spMk id="9" creationId="{F609CF6D-1E6B-5AD1-E73D-BA017B0A5554}"/>
          </ac:spMkLst>
        </pc:spChg>
        <pc:spChg chg="mod">
          <ac:chgData name="Gutierrez, Daniel" userId="3b31aeed-ad62-48bd-9fce-c8e88534c20b" providerId="ADAL" clId="{F43653B4-A945-41F0-AA3D-37069601CF79}" dt="2026-07-18T02:47:36.349" v="94" actId="20577"/>
          <ac:spMkLst>
            <pc:docMk/>
            <pc:sldMk cId="2316733210" sldId="12882"/>
            <ac:spMk id="63" creationId="{0085A623-A1DE-F8C3-CC34-E26694ED9832}"/>
          </ac:spMkLst>
        </pc:spChg>
        <pc:picChg chg="add mod">
          <ac:chgData name="Gutierrez, Daniel" userId="3b31aeed-ad62-48bd-9fce-c8e88534c20b" providerId="ADAL" clId="{F43653B4-A945-41F0-AA3D-37069601CF79}" dt="2026-07-18T02:47:22.953" v="40" actId="1076"/>
          <ac:picMkLst>
            <pc:docMk/>
            <pc:sldMk cId="2316733210" sldId="12882"/>
            <ac:picMk id="4" creationId="{41DF41C5-B8E6-DD8C-CE7B-81C5D16B31B7}"/>
          </ac:picMkLst>
        </pc:picChg>
        <pc:picChg chg="del">
          <ac:chgData name="Gutierrez, Daniel" userId="3b31aeed-ad62-48bd-9fce-c8e88534c20b" providerId="ADAL" clId="{F43653B4-A945-41F0-AA3D-37069601CF79}" dt="2026-07-18T02:47:20.931" v="38" actId="478"/>
          <ac:picMkLst>
            <pc:docMk/>
            <pc:sldMk cId="2316733210" sldId="12882"/>
            <ac:picMk id="19" creationId="{7429FA3D-20BF-2FC3-E2BF-B65B10B50659}"/>
          </ac:picMkLst>
        </pc:picChg>
      </pc:sldChg>
      <pc:sldChg chg="add">
        <pc:chgData name="Gutierrez, Daniel" userId="3b31aeed-ad62-48bd-9fce-c8e88534c20b" providerId="ADAL" clId="{F43653B4-A945-41F0-AA3D-37069601CF79}" dt="2026-07-18T02:42:47.183" v="0"/>
        <pc:sldMkLst>
          <pc:docMk/>
          <pc:sldMk cId="1230317643" sldId="1288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7/17/2026</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7/17/2026</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9C488-63C7-F94C-397A-D6EC6F8DB2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72E00A-DF98-6026-7735-1675163C7F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950183-F46A-9C3D-A92A-90497C551C1C}"/>
              </a:ext>
            </a:extLst>
          </p:cNvPr>
          <p:cNvSpPr>
            <a:spLocks noGrp="1"/>
          </p:cNvSpPr>
          <p:nvPr>
            <p:ph type="body" idx="1"/>
          </p:nvPr>
        </p:nvSpPr>
        <p:spPr/>
        <p:txBody>
          <a:bodyPr/>
          <a:lstStyle/>
          <a:p>
            <a:endParaRPr lang="es-MX"/>
          </a:p>
        </p:txBody>
      </p:sp>
      <p:sp>
        <p:nvSpPr>
          <p:cNvPr id="4" name="Slide Number Placeholder 3">
            <a:extLst>
              <a:ext uri="{FF2B5EF4-FFF2-40B4-BE49-F238E27FC236}">
                <a16:creationId xmlns:a16="http://schemas.microsoft.com/office/drawing/2014/main" id="{63A44D91-32D1-8508-1BEE-5DA3D9E9BD85}"/>
              </a:ext>
            </a:extLst>
          </p:cNvPr>
          <p:cNvSpPr>
            <a:spLocks noGrp="1"/>
          </p:cNvSpPr>
          <p:nvPr>
            <p:ph type="sldNum" sz="quarter" idx="5"/>
          </p:nvPr>
        </p:nvSpPr>
        <p:spPr/>
        <p:txBody>
          <a:bodyPr/>
          <a:lstStyle/>
          <a:p>
            <a:fld id="{D6499E05-4620-4DB7-B59C-FEB82F418387}" type="slidenum">
              <a:rPr lang="es-MX" smtClean="0"/>
              <a:t>1</a:t>
            </a:fld>
            <a:endParaRPr lang="es-MX"/>
          </a:p>
        </p:txBody>
      </p:sp>
    </p:spTree>
    <p:extLst>
      <p:ext uri="{BB962C8B-B14F-4D97-AF65-F5344CB8AC3E}">
        <p14:creationId xmlns:p14="http://schemas.microsoft.com/office/powerpoint/2010/main" val="2067412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MX"/>
          </a:p>
        </p:txBody>
      </p:sp>
      <p:sp>
        <p:nvSpPr>
          <p:cNvPr id="4" name="Slide Number Placeholder 3"/>
          <p:cNvSpPr>
            <a:spLocks noGrp="1"/>
          </p:cNvSpPr>
          <p:nvPr>
            <p:ph type="sldNum" sz="quarter" idx="5"/>
          </p:nvPr>
        </p:nvSpPr>
        <p:spPr/>
        <p:txBody>
          <a:bodyPr/>
          <a:lstStyle/>
          <a:p>
            <a:fld id="{D6499E05-4620-4DB7-B59C-FEB82F418387}" type="slidenum">
              <a:rPr lang="es-MX" smtClean="0"/>
              <a:t>4</a:t>
            </a:fld>
            <a:endParaRPr lang="es-MX"/>
          </a:p>
        </p:txBody>
      </p:sp>
    </p:spTree>
    <p:extLst>
      <p:ext uri="{BB962C8B-B14F-4D97-AF65-F5344CB8AC3E}">
        <p14:creationId xmlns:p14="http://schemas.microsoft.com/office/powerpoint/2010/main" val="26919232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MX" dirty="0"/>
          </a:p>
        </p:txBody>
      </p:sp>
      <p:sp>
        <p:nvSpPr>
          <p:cNvPr id="4" name="Slide Number Placeholder 3"/>
          <p:cNvSpPr>
            <a:spLocks noGrp="1"/>
          </p:cNvSpPr>
          <p:nvPr>
            <p:ph type="sldNum" sz="quarter" idx="5"/>
          </p:nvPr>
        </p:nvSpPr>
        <p:spPr/>
        <p:txBody>
          <a:bodyPr/>
          <a:lstStyle/>
          <a:p>
            <a:fld id="{D6499E05-4620-4DB7-B59C-FEB82F418387}" type="slidenum">
              <a:rPr lang="es-MX" smtClean="0"/>
              <a:t>7</a:t>
            </a:fld>
            <a:endParaRPr lang="es-MX"/>
          </a:p>
        </p:txBody>
      </p:sp>
    </p:spTree>
    <p:extLst>
      <p:ext uri="{BB962C8B-B14F-4D97-AF65-F5344CB8AC3E}">
        <p14:creationId xmlns:p14="http://schemas.microsoft.com/office/powerpoint/2010/main" val="26919232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4.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4.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4.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4.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4.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4.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4.emf"/></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5.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3262919333"/>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1"/>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3653933234"/>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Full bleed image">
    <p:bg bwMode="gray">
      <p:bgPr>
        <a:solidFill>
          <a:schemeClr val="tx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A239FF85-CD49-BB35-3695-75C424AD973D}"/>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Tree>
    <p:extLst>
      <p:ext uri="{BB962C8B-B14F-4D97-AF65-F5344CB8AC3E}">
        <p14:creationId xmlns:p14="http://schemas.microsoft.com/office/powerpoint/2010/main" val="1787603714"/>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Divider - Deloitte Green">
    <p:bg bwMode="gray">
      <p:bgPr>
        <a:solidFill>
          <a:schemeClr val="accent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dirty="0"/>
              <a:t>Click to add title</a:t>
            </a:r>
          </a:p>
        </p:txBody>
      </p:sp>
      <p:sp>
        <p:nvSpPr>
          <p:cNvPr id="3" name="Text Placeholder 2"/>
          <p:cNvSpPr>
            <a:spLocks noGrp="1"/>
          </p:cNvSpPr>
          <p:nvPr>
            <p:ph type="body" idx="1" hasCustomPrompt="1"/>
          </p:nvPr>
        </p:nvSpPr>
        <p:spPr bwMode="gray">
          <a:xfrm>
            <a:off x="457200" y="3451572"/>
            <a:ext cx="11274552" cy="1566532"/>
          </a:xfrm>
        </p:spPr>
        <p:txBody>
          <a:bodyPr lIns="0" tIns="0" rIns="0" bIns="0">
            <a:noAutofit/>
          </a:bodyPr>
          <a:lstStyle>
            <a:lvl1pPr marL="0" indent="0">
              <a:lnSpc>
                <a:spcPct val="95000"/>
              </a:lnSpc>
              <a:spcAft>
                <a:spcPts val="0"/>
              </a:spcAft>
              <a:buNone/>
              <a:defRPr sz="3600" b="0">
                <a:solidFill>
                  <a:schemeClr val="tx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subtitle</a:t>
            </a:r>
          </a:p>
        </p:txBody>
      </p:sp>
      <p:sp>
        <p:nvSpPr>
          <p:cNvPr id="4" name="CaseCode">
            <a:extLst>
              <a:ext uri="{FF2B5EF4-FFF2-40B4-BE49-F238E27FC236}">
                <a16:creationId xmlns:a16="http://schemas.microsoft.com/office/drawing/2014/main" id="{08A4AA8C-A518-8737-7939-D6683E965C83}"/>
              </a:ext>
            </a:extLst>
          </p:cNvPr>
          <p:cNvSpPr txBox="1"/>
          <p:nvPr userDrawn="1"/>
        </p:nvSpPr>
        <p:spPr>
          <a:xfrm>
            <a:off x="7406640" y="6519672"/>
            <a:ext cx="3825104" cy="246221"/>
          </a:xfrm>
          <a:prstGeom prst="rect">
            <a:avLst/>
          </a:prstGeom>
          <a:noFill/>
        </p:spPr>
        <p:txBody>
          <a:bodyPr wrap="square" lIns="0" tIns="0" rIns="0" bIns="0" rtlCol="0">
            <a:spAutoFit/>
          </a:bodyPr>
          <a:lstStyle/>
          <a:p>
            <a:pPr marL="0" indent="0" algn="r">
              <a:spcBef>
                <a:spcPts val="0"/>
              </a:spcBef>
              <a:buSzPct val="100000"/>
              <a:buFont typeface="Arial"/>
              <a:buNone/>
            </a:pPr>
            <a:r>
              <a:rPr lang="es-MX" sz="800" noProof="0" dirty="0">
                <a:solidFill>
                  <a:schemeClr val="tx1"/>
                </a:solidFill>
                <a:latin typeface="Aptos" panose="020B0004020202020204" pitchFamily="34" charset="0"/>
                <a:cs typeface="Calibri" panose="020F0502020204030204" pitchFamily="34" charset="0"/>
              </a:rPr>
              <a:t>Título de la presentación</a:t>
            </a:r>
            <a:br>
              <a:rPr lang="en-US" sz="800" noProof="0" dirty="0">
                <a:solidFill>
                  <a:schemeClr val="tx1"/>
                </a:solidFill>
                <a:latin typeface="Aptos" panose="020B0004020202020204" pitchFamily="34" charset="0"/>
                <a:cs typeface="Calibri" panose="020F0502020204030204" pitchFamily="34" charset="0"/>
              </a:rPr>
            </a:br>
            <a:r>
              <a:rPr lang="es-MX" sz="800" noProof="0" dirty="0">
                <a:solidFill>
                  <a:schemeClr val="tx1"/>
                </a:solidFill>
                <a:latin typeface="Aptos" panose="020B0004020202020204" pitchFamily="34" charset="0"/>
                <a:cs typeface="Calibri" panose="020F0502020204030204" pitchFamily="34" charset="0"/>
              </a:rPr>
              <a:t>[Para editar, haga </a:t>
            </a:r>
            <a:r>
              <a:rPr lang="en-US" sz="800" noProof="0" dirty="0">
                <a:solidFill>
                  <a:schemeClr val="tx1"/>
                </a:solidFill>
                <a:latin typeface="Aptos" panose="020B0004020202020204" pitchFamily="34" charset="0"/>
                <a:cs typeface="Calibri" panose="020F0502020204030204" pitchFamily="34" charset="0"/>
              </a:rPr>
              <a:t>click en View &gt; Slide Master &gt; Slide Master]</a:t>
            </a:r>
          </a:p>
        </p:txBody>
      </p:sp>
      <p:sp>
        <p:nvSpPr>
          <p:cNvPr id="5" name="Copyright">
            <a:extLst>
              <a:ext uri="{FF2B5EF4-FFF2-40B4-BE49-F238E27FC236}">
                <a16:creationId xmlns:a16="http://schemas.microsoft.com/office/drawing/2014/main" id="{D13F7452-90F4-9422-6CB8-92EC4E4136F1}"/>
              </a:ext>
            </a:extLst>
          </p:cNvPr>
          <p:cNvSpPr txBox="1"/>
          <p:nvPr userDrawn="1"/>
        </p:nvSpPr>
        <p:spPr>
          <a:xfrm>
            <a:off x="457200" y="6519672"/>
            <a:ext cx="2640227"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 2026 Deloitte S-Latam, S.C.</a:t>
            </a:r>
          </a:p>
        </p:txBody>
      </p:sp>
      <p:sp>
        <p:nvSpPr>
          <p:cNvPr id="6" name="TextBox 5">
            <a:extLst>
              <a:ext uri="{FF2B5EF4-FFF2-40B4-BE49-F238E27FC236}">
                <a16:creationId xmlns:a16="http://schemas.microsoft.com/office/drawing/2014/main" id="{EA791193-BF26-01EF-1D12-984BC56C1FCF}"/>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tx1"/>
              </a:solidFill>
              <a:latin typeface="Aptos" panose="020B0004020202020204" pitchFamily="34" charset="0"/>
              <a:cs typeface="Calibri" panose="020F0502020204030204" pitchFamily="34" charset="0"/>
            </a:endParaRPr>
          </a:p>
        </p:txBody>
      </p:sp>
      <p:sp>
        <p:nvSpPr>
          <p:cNvPr id="11" name="Copyright">
            <a:extLst>
              <a:ext uri="{FF2B5EF4-FFF2-40B4-BE49-F238E27FC236}">
                <a16:creationId xmlns:a16="http://schemas.microsoft.com/office/drawing/2014/main" id="{46898D38-B1B7-1EF5-0749-785B1F7197F4}"/>
              </a:ext>
            </a:extLst>
          </p:cNvPr>
          <p:cNvSpPr txBox="1"/>
          <p:nvPr userDrawn="1"/>
        </p:nvSpPr>
        <p:spPr>
          <a:xfrm>
            <a:off x="4827373" y="6519672"/>
            <a:ext cx="2640227" cy="123111"/>
          </a:xfrm>
          <a:prstGeom prst="rect">
            <a:avLst/>
          </a:prstGeom>
          <a:noFill/>
        </p:spPr>
        <p:txBody>
          <a:bodyPr wrap="square" lIns="0" tIns="0" rIns="0" bIns="0" rtlCol="0">
            <a:spAutoFit/>
          </a:bodyPr>
          <a:lstStyle/>
          <a:p>
            <a:pPr marL="0" indent="0" algn="ctr">
              <a:spcBef>
                <a:spcPts val="450"/>
              </a:spcBef>
              <a:buSzPct val="100000"/>
              <a:buFont typeface="Arial"/>
              <a:buNone/>
            </a:pPr>
            <a:r>
              <a:rPr lang="es-MX" sz="800" noProof="0" dirty="0">
                <a:solidFill>
                  <a:schemeClr val="tx1"/>
                </a:solidFill>
                <a:latin typeface="Aptos" panose="020B0004020202020204" pitchFamily="34" charset="0"/>
                <a:cs typeface="Calibri" panose="020F0502020204030204" pitchFamily="34" charset="0"/>
              </a:rPr>
              <a:t>Información confidencial</a:t>
            </a:r>
          </a:p>
        </p:txBody>
      </p:sp>
    </p:spTree>
    <p:extLst>
      <p:ext uri="{BB962C8B-B14F-4D97-AF65-F5344CB8AC3E}">
        <p14:creationId xmlns:p14="http://schemas.microsoft.com/office/powerpoint/2010/main" val="286671877"/>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Divider - Deloitte Accessible Green">
    <p:bg bwMode="gray">
      <p:bgPr>
        <a:solidFill>
          <a:schemeClr val="accent3"/>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dirty="0"/>
              <a:t>Click to add title</a:t>
            </a:r>
          </a:p>
        </p:txBody>
      </p:sp>
      <p:sp>
        <p:nvSpPr>
          <p:cNvPr id="3" name="Text Placeholder 2"/>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subtitle</a:t>
            </a:r>
          </a:p>
        </p:txBody>
      </p:sp>
      <p:sp>
        <p:nvSpPr>
          <p:cNvPr id="4" name="CaseCode">
            <a:extLst>
              <a:ext uri="{FF2B5EF4-FFF2-40B4-BE49-F238E27FC236}">
                <a16:creationId xmlns:a16="http://schemas.microsoft.com/office/drawing/2014/main" id="{429FA108-706D-9252-2F89-E52BE26CD115}"/>
              </a:ext>
            </a:extLst>
          </p:cNvPr>
          <p:cNvSpPr txBox="1"/>
          <p:nvPr userDrawn="1"/>
        </p:nvSpPr>
        <p:spPr>
          <a:xfrm>
            <a:off x="7406640" y="6519672"/>
            <a:ext cx="3825104" cy="246221"/>
          </a:xfrm>
          <a:prstGeom prst="rect">
            <a:avLst/>
          </a:prstGeom>
          <a:noFill/>
        </p:spPr>
        <p:txBody>
          <a:bodyPr wrap="square" lIns="0" tIns="0" rIns="0" bIns="0" rtlCol="0">
            <a:spAutoFit/>
          </a:bodyPr>
          <a:lstStyle/>
          <a:p>
            <a:pPr marL="0" indent="0" algn="r">
              <a:spcBef>
                <a:spcPts val="0"/>
              </a:spcBef>
              <a:buSzPct val="100000"/>
              <a:buFont typeface="Arial"/>
              <a:buNone/>
            </a:pPr>
            <a:r>
              <a:rPr lang="es-MX" sz="800" noProof="0" dirty="0">
                <a:solidFill>
                  <a:schemeClr val="bg1"/>
                </a:solidFill>
                <a:latin typeface="Aptos" panose="020B0004020202020204" pitchFamily="34" charset="0"/>
                <a:cs typeface="Calibri" panose="020F0502020204030204" pitchFamily="34" charset="0"/>
              </a:rPr>
              <a:t>Título de la presentación</a:t>
            </a:r>
            <a:br>
              <a:rPr lang="en-US" sz="800" noProof="0" dirty="0">
                <a:solidFill>
                  <a:schemeClr val="bg1"/>
                </a:solidFill>
                <a:latin typeface="Aptos" panose="020B0004020202020204" pitchFamily="34" charset="0"/>
                <a:cs typeface="Calibri" panose="020F0502020204030204" pitchFamily="34" charset="0"/>
              </a:rPr>
            </a:br>
            <a:r>
              <a:rPr lang="es-MX" sz="800" noProof="0" dirty="0">
                <a:solidFill>
                  <a:schemeClr val="bg1"/>
                </a:solidFill>
                <a:latin typeface="Aptos" panose="020B0004020202020204" pitchFamily="34" charset="0"/>
                <a:cs typeface="Calibri" panose="020F0502020204030204" pitchFamily="34" charset="0"/>
              </a:rPr>
              <a:t>[Para editar, haga </a:t>
            </a:r>
            <a:r>
              <a:rPr lang="en-US" sz="800" noProof="0" dirty="0">
                <a:solidFill>
                  <a:schemeClr val="bg1"/>
                </a:solidFill>
                <a:latin typeface="Aptos" panose="020B0004020202020204" pitchFamily="34" charset="0"/>
                <a:cs typeface="Calibri" panose="020F0502020204030204" pitchFamily="34" charset="0"/>
              </a:rPr>
              <a:t>click en View &gt; Slide Master &gt; Slide Master]</a:t>
            </a:r>
          </a:p>
        </p:txBody>
      </p:sp>
      <p:sp>
        <p:nvSpPr>
          <p:cNvPr id="5" name="Copyright">
            <a:extLst>
              <a:ext uri="{FF2B5EF4-FFF2-40B4-BE49-F238E27FC236}">
                <a16:creationId xmlns:a16="http://schemas.microsoft.com/office/drawing/2014/main" id="{C5C91507-4ED2-B8A8-B272-B3291BF6A23A}"/>
              </a:ext>
            </a:extLst>
          </p:cNvPr>
          <p:cNvSpPr txBox="1"/>
          <p:nvPr userDrawn="1"/>
        </p:nvSpPr>
        <p:spPr>
          <a:xfrm>
            <a:off x="457200" y="6519672"/>
            <a:ext cx="2640227"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 2026 Deloitte S-Latam, S.C.</a:t>
            </a:r>
          </a:p>
        </p:txBody>
      </p:sp>
      <p:sp>
        <p:nvSpPr>
          <p:cNvPr id="6" name="TextBox 5">
            <a:extLst>
              <a:ext uri="{FF2B5EF4-FFF2-40B4-BE49-F238E27FC236}">
                <a16:creationId xmlns:a16="http://schemas.microsoft.com/office/drawing/2014/main" id="{C9AD7950-85D2-C33E-E576-22AA33DACD9C}"/>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Aptos" panose="020B0004020202020204" pitchFamily="34" charset="0"/>
              <a:cs typeface="Calibri" panose="020F0502020204030204" pitchFamily="34" charset="0"/>
            </a:endParaRPr>
          </a:p>
        </p:txBody>
      </p:sp>
      <p:sp>
        <p:nvSpPr>
          <p:cNvPr id="11" name="Copyright">
            <a:extLst>
              <a:ext uri="{FF2B5EF4-FFF2-40B4-BE49-F238E27FC236}">
                <a16:creationId xmlns:a16="http://schemas.microsoft.com/office/drawing/2014/main" id="{AB5D9F1E-EFF7-BAA3-68D9-9F41E4E0DE20}"/>
              </a:ext>
            </a:extLst>
          </p:cNvPr>
          <p:cNvSpPr txBox="1"/>
          <p:nvPr userDrawn="1"/>
        </p:nvSpPr>
        <p:spPr>
          <a:xfrm>
            <a:off x="4827373" y="6519672"/>
            <a:ext cx="2640227" cy="123111"/>
          </a:xfrm>
          <a:prstGeom prst="rect">
            <a:avLst/>
          </a:prstGeom>
          <a:noFill/>
        </p:spPr>
        <p:txBody>
          <a:bodyPr wrap="square" lIns="0" tIns="0" rIns="0" bIns="0" rtlCol="0">
            <a:spAutoFit/>
          </a:bodyPr>
          <a:lstStyle/>
          <a:p>
            <a:pPr marL="0" indent="0" algn="ctr">
              <a:spcBef>
                <a:spcPts val="450"/>
              </a:spcBef>
              <a:buSzPct val="100000"/>
              <a:buFont typeface="Arial"/>
              <a:buNone/>
            </a:pPr>
            <a:r>
              <a:rPr lang="es-MX" sz="800" noProof="0" dirty="0">
                <a:solidFill>
                  <a:schemeClr val="bg1"/>
                </a:solidFill>
                <a:latin typeface="Aptos" panose="020B0004020202020204" pitchFamily="34" charset="0"/>
                <a:cs typeface="Calibri" panose="020F0502020204030204" pitchFamily="34" charset="0"/>
              </a:rPr>
              <a:t>Información confidencial</a:t>
            </a:r>
          </a:p>
        </p:txBody>
      </p:sp>
    </p:spTree>
    <p:extLst>
      <p:ext uri="{BB962C8B-B14F-4D97-AF65-F5344CB8AC3E}">
        <p14:creationId xmlns:p14="http://schemas.microsoft.com/office/powerpoint/2010/main" val="141835099"/>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Divider - Deloitte Accessible Teal">
    <p:bg bwMode="gray">
      <p:bgPr>
        <a:solidFill>
          <a:schemeClr val="accent5"/>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60CC504-C642-CAD5-61BD-E184E479D19C}"/>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dirty="0"/>
              <a:t>Click to add title</a:t>
            </a:r>
          </a:p>
        </p:txBody>
      </p:sp>
      <p:sp>
        <p:nvSpPr>
          <p:cNvPr id="11" name="Text Placeholder 2">
            <a:extLst>
              <a:ext uri="{FF2B5EF4-FFF2-40B4-BE49-F238E27FC236}">
                <a16:creationId xmlns:a16="http://schemas.microsoft.com/office/drawing/2014/main" id="{BFD8C8D7-FC7E-145B-B314-E6EBE79FFB22}"/>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subtitle</a:t>
            </a:r>
          </a:p>
        </p:txBody>
      </p:sp>
      <p:sp>
        <p:nvSpPr>
          <p:cNvPr id="2" name="CaseCode">
            <a:extLst>
              <a:ext uri="{FF2B5EF4-FFF2-40B4-BE49-F238E27FC236}">
                <a16:creationId xmlns:a16="http://schemas.microsoft.com/office/drawing/2014/main" id="{E37A9BFA-1475-648F-FDA4-F4282BD8B164}"/>
              </a:ext>
            </a:extLst>
          </p:cNvPr>
          <p:cNvSpPr txBox="1"/>
          <p:nvPr userDrawn="1"/>
        </p:nvSpPr>
        <p:spPr>
          <a:xfrm>
            <a:off x="7406640" y="6519672"/>
            <a:ext cx="3825104" cy="246221"/>
          </a:xfrm>
          <a:prstGeom prst="rect">
            <a:avLst/>
          </a:prstGeom>
          <a:noFill/>
        </p:spPr>
        <p:txBody>
          <a:bodyPr wrap="square" lIns="0" tIns="0" rIns="0" bIns="0" rtlCol="0">
            <a:spAutoFit/>
          </a:bodyPr>
          <a:lstStyle/>
          <a:p>
            <a:pPr marL="0" indent="0" algn="r">
              <a:spcBef>
                <a:spcPts val="0"/>
              </a:spcBef>
              <a:buSzPct val="100000"/>
              <a:buFont typeface="Arial"/>
              <a:buNone/>
            </a:pPr>
            <a:r>
              <a:rPr lang="es-MX" sz="800" noProof="0" dirty="0">
                <a:solidFill>
                  <a:schemeClr val="bg1"/>
                </a:solidFill>
                <a:latin typeface="Aptos" panose="020B0004020202020204" pitchFamily="34" charset="0"/>
                <a:cs typeface="Calibri" panose="020F0502020204030204" pitchFamily="34" charset="0"/>
              </a:rPr>
              <a:t>Título de la presentación</a:t>
            </a:r>
            <a:br>
              <a:rPr lang="en-US" sz="800" noProof="0" dirty="0">
                <a:solidFill>
                  <a:schemeClr val="bg1"/>
                </a:solidFill>
                <a:latin typeface="Aptos" panose="020B0004020202020204" pitchFamily="34" charset="0"/>
                <a:cs typeface="Calibri" panose="020F0502020204030204" pitchFamily="34" charset="0"/>
              </a:rPr>
            </a:br>
            <a:r>
              <a:rPr lang="es-MX" sz="800" noProof="0" dirty="0">
                <a:solidFill>
                  <a:schemeClr val="bg1"/>
                </a:solidFill>
                <a:latin typeface="Aptos" panose="020B0004020202020204" pitchFamily="34" charset="0"/>
                <a:cs typeface="Calibri" panose="020F0502020204030204" pitchFamily="34" charset="0"/>
              </a:rPr>
              <a:t>[Para editar, haga </a:t>
            </a:r>
            <a:r>
              <a:rPr lang="en-US" sz="800" noProof="0" dirty="0">
                <a:solidFill>
                  <a:schemeClr val="bg1"/>
                </a:solidFill>
                <a:latin typeface="Aptos" panose="020B0004020202020204" pitchFamily="34" charset="0"/>
                <a:cs typeface="Calibri" panose="020F0502020204030204" pitchFamily="34" charset="0"/>
              </a:rPr>
              <a:t>click en View &gt; Slide Master &gt; Slide Master]</a:t>
            </a:r>
          </a:p>
        </p:txBody>
      </p:sp>
      <p:sp>
        <p:nvSpPr>
          <p:cNvPr id="3" name="Copyright">
            <a:extLst>
              <a:ext uri="{FF2B5EF4-FFF2-40B4-BE49-F238E27FC236}">
                <a16:creationId xmlns:a16="http://schemas.microsoft.com/office/drawing/2014/main" id="{9B969BF7-EB44-A629-01CB-7250E7663338}"/>
              </a:ext>
            </a:extLst>
          </p:cNvPr>
          <p:cNvSpPr txBox="1"/>
          <p:nvPr userDrawn="1"/>
        </p:nvSpPr>
        <p:spPr>
          <a:xfrm>
            <a:off x="457200" y="6519672"/>
            <a:ext cx="2640227"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 2026 Deloitte S-Latam, S.C.</a:t>
            </a:r>
          </a:p>
        </p:txBody>
      </p:sp>
      <p:sp>
        <p:nvSpPr>
          <p:cNvPr id="4" name="TextBox 3">
            <a:extLst>
              <a:ext uri="{FF2B5EF4-FFF2-40B4-BE49-F238E27FC236}">
                <a16:creationId xmlns:a16="http://schemas.microsoft.com/office/drawing/2014/main" id="{18F6D9E0-0B49-CB7E-EADC-23A540BB37B9}"/>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Aptos" panose="020B0004020202020204" pitchFamily="34" charset="0"/>
              <a:cs typeface="Calibri" panose="020F0502020204030204" pitchFamily="34" charset="0"/>
            </a:endParaRPr>
          </a:p>
        </p:txBody>
      </p:sp>
      <p:sp>
        <p:nvSpPr>
          <p:cNvPr id="5" name="Copyright">
            <a:extLst>
              <a:ext uri="{FF2B5EF4-FFF2-40B4-BE49-F238E27FC236}">
                <a16:creationId xmlns:a16="http://schemas.microsoft.com/office/drawing/2014/main" id="{4AF955F7-8385-4EFC-10F8-C0F54B6BD3FD}"/>
              </a:ext>
            </a:extLst>
          </p:cNvPr>
          <p:cNvSpPr txBox="1"/>
          <p:nvPr userDrawn="1"/>
        </p:nvSpPr>
        <p:spPr>
          <a:xfrm>
            <a:off x="4827373" y="6519672"/>
            <a:ext cx="2640227" cy="123111"/>
          </a:xfrm>
          <a:prstGeom prst="rect">
            <a:avLst/>
          </a:prstGeom>
          <a:noFill/>
        </p:spPr>
        <p:txBody>
          <a:bodyPr wrap="square" lIns="0" tIns="0" rIns="0" bIns="0" rtlCol="0">
            <a:spAutoFit/>
          </a:bodyPr>
          <a:lstStyle/>
          <a:p>
            <a:pPr marL="0" indent="0" algn="ctr">
              <a:spcBef>
                <a:spcPts val="450"/>
              </a:spcBef>
              <a:buSzPct val="100000"/>
              <a:buFont typeface="Arial"/>
              <a:buNone/>
            </a:pPr>
            <a:r>
              <a:rPr lang="es-MX" sz="800" noProof="0" dirty="0">
                <a:solidFill>
                  <a:schemeClr val="bg1"/>
                </a:solidFill>
                <a:latin typeface="Aptos" panose="020B0004020202020204" pitchFamily="34" charset="0"/>
                <a:cs typeface="Calibri" panose="020F0502020204030204" pitchFamily="34" charset="0"/>
              </a:rPr>
              <a:t>Información confidencial</a:t>
            </a:r>
          </a:p>
        </p:txBody>
      </p:sp>
    </p:spTree>
    <p:extLst>
      <p:ext uri="{BB962C8B-B14F-4D97-AF65-F5344CB8AC3E}">
        <p14:creationId xmlns:p14="http://schemas.microsoft.com/office/powerpoint/2010/main" val="586053324"/>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 - Deloitte Accessible Blue">
    <p:bg bwMode="gray">
      <p:bgPr>
        <a:solidFill>
          <a:schemeClr val="accent6"/>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E58C20-370C-728D-70BA-DDC6ADA47228}"/>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dirty="0"/>
              <a:t>Click to add title</a:t>
            </a:r>
          </a:p>
        </p:txBody>
      </p:sp>
      <p:sp>
        <p:nvSpPr>
          <p:cNvPr id="9" name="Text Placeholder 2">
            <a:extLst>
              <a:ext uri="{FF2B5EF4-FFF2-40B4-BE49-F238E27FC236}">
                <a16:creationId xmlns:a16="http://schemas.microsoft.com/office/drawing/2014/main" id="{D692CE7D-8322-F37D-A263-8628F272E568}"/>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subtitle</a:t>
            </a:r>
          </a:p>
        </p:txBody>
      </p:sp>
      <p:sp>
        <p:nvSpPr>
          <p:cNvPr id="2" name="CaseCode">
            <a:extLst>
              <a:ext uri="{FF2B5EF4-FFF2-40B4-BE49-F238E27FC236}">
                <a16:creationId xmlns:a16="http://schemas.microsoft.com/office/drawing/2014/main" id="{F47EE364-13E7-90D0-BCE0-9A8A71064E31}"/>
              </a:ext>
            </a:extLst>
          </p:cNvPr>
          <p:cNvSpPr txBox="1"/>
          <p:nvPr userDrawn="1"/>
        </p:nvSpPr>
        <p:spPr>
          <a:xfrm>
            <a:off x="7406640" y="6519672"/>
            <a:ext cx="3825104" cy="246221"/>
          </a:xfrm>
          <a:prstGeom prst="rect">
            <a:avLst/>
          </a:prstGeom>
          <a:noFill/>
        </p:spPr>
        <p:txBody>
          <a:bodyPr wrap="square" lIns="0" tIns="0" rIns="0" bIns="0" rtlCol="0">
            <a:spAutoFit/>
          </a:bodyPr>
          <a:lstStyle/>
          <a:p>
            <a:pPr marL="0" indent="0" algn="r">
              <a:spcBef>
                <a:spcPts val="0"/>
              </a:spcBef>
              <a:buSzPct val="100000"/>
              <a:buFont typeface="Arial"/>
              <a:buNone/>
            </a:pPr>
            <a:r>
              <a:rPr lang="es-MX" sz="800" noProof="0" dirty="0">
                <a:solidFill>
                  <a:schemeClr val="bg1"/>
                </a:solidFill>
                <a:latin typeface="Aptos" panose="020B0004020202020204" pitchFamily="34" charset="0"/>
                <a:cs typeface="Calibri" panose="020F0502020204030204" pitchFamily="34" charset="0"/>
              </a:rPr>
              <a:t>Título de la presentación</a:t>
            </a:r>
            <a:br>
              <a:rPr lang="en-US" sz="800" noProof="0" dirty="0">
                <a:solidFill>
                  <a:schemeClr val="bg1"/>
                </a:solidFill>
                <a:latin typeface="Aptos" panose="020B0004020202020204" pitchFamily="34" charset="0"/>
                <a:cs typeface="Calibri" panose="020F0502020204030204" pitchFamily="34" charset="0"/>
              </a:rPr>
            </a:br>
            <a:r>
              <a:rPr lang="es-MX" sz="800" noProof="0" dirty="0">
                <a:solidFill>
                  <a:schemeClr val="bg1"/>
                </a:solidFill>
                <a:latin typeface="Aptos" panose="020B0004020202020204" pitchFamily="34" charset="0"/>
                <a:cs typeface="Calibri" panose="020F0502020204030204" pitchFamily="34" charset="0"/>
              </a:rPr>
              <a:t>[Para editar, haga </a:t>
            </a:r>
            <a:r>
              <a:rPr lang="en-US" sz="800" noProof="0" dirty="0">
                <a:solidFill>
                  <a:schemeClr val="bg1"/>
                </a:solidFill>
                <a:latin typeface="Aptos" panose="020B0004020202020204" pitchFamily="34" charset="0"/>
                <a:cs typeface="Calibri" panose="020F0502020204030204" pitchFamily="34" charset="0"/>
              </a:rPr>
              <a:t>click en View &gt; Slide Master &gt; Slide Master]</a:t>
            </a:r>
          </a:p>
        </p:txBody>
      </p:sp>
      <p:sp>
        <p:nvSpPr>
          <p:cNvPr id="3" name="Copyright">
            <a:extLst>
              <a:ext uri="{FF2B5EF4-FFF2-40B4-BE49-F238E27FC236}">
                <a16:creationId xmlns:a16="http://schemas.microsoft.com/office/drawing/2014/main" id="{21C336C5-9727-6F80-8A8A-5BF5889D31F7}"/>
              </a:ext>
            </a:extLst>
          </p:cNvPr>
          <p:cNvSpPr txBox="1"/>
          <p:nvPr userDrawn="1"/>
        </p:nvSpPr>
        <p:spPr>
          <a:xfrm>
            <a:off x="457200" y="6519672"/>
            <a:ext cx="2640227"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 2026 Deloitte S-Latam, S.C.</a:t>
            </a:r>
          </a:p>
        </p:txBody>
      </p:sp>
      <p:sp>
        <p:nvSpPr>
          <p:cNvPr id="4" name="TextBox 3">
            <a:extLst>
              <a:ext uri="{FF2B5EF4-FFF2-40B4-BE49-F238E27FC236}">
                <a16:creationId xmlns:a16="http://schemas.microsoft.com/office/drawing/2014/main" id="{E97B46B6-5DB8-20B1-606F-CC7007E98FD5}"/>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Aptos" panose="020B0004020202020204" pitchFamily="34" charset="0"/>
              <a:cs typeface="Calibri" panose="020F0502020204030204" pitchFamily="34" charset="0"/>
            </a:endParaRPr>
          </a:p>
        </p:txBody>
      </p:sp>
      <p:sp>
        <p:nvSpPr>
          <p:cNvPr id="10" name="Copyright">
            <a:extLst>
              <a:ext uri="{FF2B5EF4-FFF2-40B4-BE49-F238E27FC236}">
                <a16:creationId xmlns:a16="http://schemas.microsoft.com/office/drawing/2014/main" id="{798AB818-FD72-1CDF-F6EB-D77FC8C6DC46}"/>
              </a:ext>
            </a:extLst>
          </p:cNvPr>
          <p:cNvSpPr txBox="1"/>
          <p:nvPr userDrawn="1"/>
        </p:nvSpPr>
        <p:spPr>
          <a:xfrm>
            <a:off x="4827373" y="6519672"/>
            <a:ext cx="2640227" cy="123111"/>
          </a:xfrm>
          <a:prstGeom prst="rect">
            <a:avLst/>
          </a:prstGeom>
          <a:noFill/>
        </p:spPr>
        <p:txBody>
          <a:bodyPr wrap="square" lIns="0" tIns="0" rIns="0" bIns="0" rtlCol="0">
            <a:spAutoFit/>
          </a:bodyPr>
          <a:lstStyle/>
          <a:p>
            <a:pPr marL="0" indent="0" algn="ctr">
              <a:spcBef>
                <a:spcPts val="450"/>
              </a:spcBef>
              <a:buSzPct val="100000"/>
              <a:buFont typeface="Arial"/>
              <a:buNone/>
            </a:pPr>
            <a:r>
              <a:rPr lang="es-MX" sz="800" noProof="0" dirty="0">
                <a:solidFill>
                  <a:schemeClr val="bg1"/>
                </a:solidFill>
                <a:latin typeface="Aptos" panose="020B0004020202020204" pitchFamily="34" charset="0"/>
                <a:cs typeface="Calibri" panose="020F0502020204030204" pitchFamily="34" charset="0"/>
              </a:rPr>
              <a:t>Información confidencial</a:t>
            </a:r>
          </a:p>
        </p:txBody>
      </p:sp>
    </p:spTree>
    <p:extLst>
      <p:ext uri="{BB962C8B-B14F-4D97-AF65-F5344CB8AC3E}">
        <p14:creationId xmlns:p14="http://schemas.microsoft.com/office/powerpoint/2010/main" val="3914324500"/>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 Deloitte Black">
    <p:bg bwMode="gray">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dirty="0"/>
              <a:t>Click to add title</a:t>
            </a:r>
          </a:p>
        </p:txBody>
      </p:sp>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subtitle</a:t>
            </a:r>
          </a:p>
        </p:txBody>
      </p:sp>
    </p:spTree>
    <p:extLst>
      <p:ext uri="{BB962C8B-B14F-4D97-AF65-F5344CB8AC3E}">
        <p14:creationId xmlns:p14="http://schemas.microsoft.com/office/powerpoint/2010/main" val="1813388886"/>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slide with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5" name="Text Placeholder 4">
            <a:extLst>
              <a:ext uri="{FF2B5EF4-FFF2-40B4-BE49-F238E27FC236}">
                <a16:creationId xmlns:a16="http://schemas.microsoft.com/office/drawing/2014/main" id="{E696C364-9ED6-42C4-8FC2-1F9C6CB1656D}"/>
              </a:ext>
            </a:extLst>
          </p:cNvPr>
          <p:cNvSpPr>
            <a:spLocks noGrp="1"/>
          </p:cNvSpPr>
          <p:nvPr>
            <p:ph type="body" sz="quarter" idx="12" hasCustomPrompt="1"/>
          </p:nvPr>
        </p:nvSpPr>
        <p:spPr>
          <a:xfrm>
            <a:off x="457200" y="348477"/>
            <a:ext cx="5778080" cy="484791"/>
          </a:xfrm>
        </p:spPr>
        <p:txBody>
          <a:bodyPr>
            <a:noAutofit/>
          </a:bodyPr>
          <a:lstStyle>
            <a:lvl1pPr>
              <a:defRPr sz="3200" b="1">
                <a:latin typeface="Aptos" panose="020B0004020202020204" pitchFamily="34" charset="0"/>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dirty="0"/>
              <a:t>Click to add title</a:t>
            </a:r>
          </a:p>
        </p:txBody>
      </p:sp>
      <p:sp>
        <p:nvSpPr>
          <p:cNvPr id="6" name="Text Placeholder 4">
            <a:extLst>
              <a:ext uri="{FF2B5EF4-FFF2-40B4-BE49-F238E27FC236}">
                <a16:creationId xmlns:a16="http://schemas.microsoft.com/office/drawing/2014/main" id="{AD421831-C244-4DE0-8DE2-755D7D7315B9}"/>
              </a:ext>
            </a:extLst>
          </p:cNvPr>
          <p:cNvSpPr>
            <a:spLocks noGrp="1"/>
          </p:cNvSpPr>
          <p:nvPr>
            <p:ph type="body" sz="quarter" idx="13" hasCustomPrompt="1"/>
          </p:nvPr>
        </p:nvSpPr>
        <p:spPr>
          <a:xfrm>
            <a:off x="457200" y="833269"/>
            <a:ext cx="5465380" cy="863162"/>
          </a:xfrm>
        </p:spPr>
        <p:txBody>
          <a:bodyPr>
            <a:noAutofit/>
          </a:bodyPr>
          <a:lstStyle>
            <a:lvl1pPr>
              <a:defRPr sz="3200" b="0">
                <a:latin typeface="Aptos" panose="020B0004020202020204" pitchFamily="34" charset="0"/>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dirty="0"/>
              <a:t>Click to add subtitle</a:t>
            </a:r>
          </a:p>
        </p:txBody>
      </p:sp>
    </p:spTree>
    <p:extLst>
      <p:ext uri="{BB962C8B-B14F-4D97-AF65-F5344CB8AC3E}">
        <p14:creationId xmlns:p14="http://schemas.microsoft.com/office/powerpoint/2010/main" val="3990991332"/>
      </p:ext>
    </p:extLst>
  </p:cSld>
  <p:clrMapOvr>
    <a:masterClrMapping/>
  </p:clrMapOvr>
  <p:transition>
    <p:fade/>
  </p:transition>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1218864834"/>
      </p:ext>
    </p:extLst>
  </p:cSld>
  <p:clrMapOvr>
    <a:masterClrMapping/>
  </p:clrMapOvr>
  <p:transition>
    <p:fade/>
  </p:transition>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4" name="Title Placeholder 1">
            <a:extLst>
              <a:ext uri="{FF2B5EF4-FFF2-40B4-BE49-F238E27FC236}">
                <a16:creationId xmlns:a16="http://schemas.microsoft.com/office/drawing/2014/main" id="{2567164D-98D6-14DE-1654-8043100211A0}"/>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797687339"/>
      </p:ext>
    </p:extLst>
  </p:cSld>
  <p:clrMapOvr>
    <a:masterClrMapping/>
  </p:clrMapOvr>
  <p:transition>
    <p:fade/>
  </p:transition>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ubtitle, 1 column ">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463DAA5C-077F-FE00-63CE-03BEF637C37E}"/>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5" name="Title Placeholder 1">
            <a:extLst>
              <a:ext uri="{FF2B5EF4-FFF2-40B4-BE49-F238E27FC236}">
                <a16:creationId xmlns:a16="http://schemas.microsoft.com/office/drawing/2014/main" id="{06929E50-6BC7-6A16-7F97-75FA3937A2C8}"/>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572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86905916"/>
      </p:ext>
    </p:extLst>
  </p:cSld>
  <p:clrMapOvr>
    <a:masterClrMapping/>
  </p:clrMapOvr>
  <p:transition>
    <p:fade/>
  </p:transition>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896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ext Placeholder 8">
            <a:extLst>
              <a:ext uri="{FF2B5EF4-FFF2-40B4-BE49-F238E27FC236}">
                <a16:creationId xmlns:a16="http://schemas.microsoft.com/office/drawing/2014/main" id="{ADD490B8-B418-78D3-2E0B-461A61F706DD}"/>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4" name="Title Placeholder 1">
            <a:extLst>
              <a:ext uri="{FF2B5EF4-FFF2-40B4-BE49-F238E27FC236}">
                <a16:creationId xmlns:a16="http://schemas.microsoft.com/office/drawing/2014/main" id="{8333EA7F-716E-CA3B-831D-4E6ADC7C218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1236713089"/>
      </p:ext>
    </p:extLst>
  </p:cSld>
  <p:clrMapOvr>
    <a:masterClrMapping/>
  </p:clrMapOvr>
  <p:transition>
    <p:fade/>
  </p:transition>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ext Placeholder 8">
            <a:extLst>
              <a:ext uri="{FF2B5EF4-FFF2-40B4-BE49-F238E27FC236}">
                <a16:creationId xmlns:a16="http://schemas.microsoft.com/office/drawing/2014/main" id="{8B191C74-910B-0CFC-9067-143443C4A272}"/>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5" name="Title Placeholder 1">
            <a:extLst>
              <a:ext uri="{FF2B5EF4-FFF2-40B4-BE49-F238E27FC236}">
                <a16:creationId xmlns:a16="http://schemas.microsoft.com/office/drawing/2014/main" id="{9F0BB36C-DE52-CFD5-6483-3AF9FFFA109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268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41588055"/>
      </p:ext>
    </p:extLst>
  </p:cSld>
  <p:clrMapOvr>
    <a:masterClrMapping/>
  </p:clrMapOvr>
  <p:transition>
    <p:fade/>
  </p:transition>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1552"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85904"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2" name="Text Placeholder 8">
            <a:extLst>
              <a:ext uri="{FF2B5EF4-FFF2-40B4-BE49-F238E27FC236}">
                <a16:creationId xmlns:a16="http://schemas.microsoft.com/office/drawing/2014/main" id="{FB60B513-6C68-425A-86AC-3FC42F4B2B1D}"/>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dirty="0"/>
              <a:t>Click to add subtitle</a:t>
            </a:r>
          </a:p>
        </p:txBody>
      </p:sp>
      <p:sp>
        <p:nvSpPr>
          <p:cNvPr id="8" name="Title Placeholder 1">
            <a:extLst>
              <a:ext uri="{FF2B5EF4-FFF2-40B4-BE49-F238E27FC236}">
                <a16:creationId xmlns:a16="http://schemas.microsoft.com/office/drawing/2014/main" id="{D9257AFC-2713-6B3B-F635-37B6D88CC30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3690321375"/>
      </p:ext>
    </p:extLst>
  </p:cSld>
  <p:clrMapOvr>
    <a:masterClrMapping/>
  </p:clrMapOvr>
  <p:transition>
    <p:fade/>
  </p:transition>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profile ">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4" name="Text Placeholder 8">
            <a:extLst>
              <a:ext uri="{FF2B5EF4-FFF2-40B4-BE49-F238E27FC236}">
                <a16:creationId xmlns:a16="http://schemas.microsoft.com/office/drawing/2014/main" id="{67D2A86E-3485-4064-F11B-592641772D4F}"/>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15" name="Title Placeholder 1">
            <a:extLst>
              <a:ext uri="{FF2B5EF4-FFF2-40B4-BE49-F238E27FC236}">
                <a16:creationId xmlns:a16="http://schemas.microsoft.com/office/drawing/2014/main" id="{E96810A4-9AE7-5408-F486-24386EEDA4C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1268246035"/>
      </p:ext>
    </p:extLst>
  </p:cSld>
  <p:clrMapOvr>
    <a:masterClrMapping/>
  </p:clrMapOvr>
  <p:transition>
    <p:fade/>
  </p:transition>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 name="Text Placeholder 8">
            <a:extLst>
              <a:ext uri="{FF2B5EF4-FFF2-40B4-BE49-F238E27FC236}">
                <a16:creationId xmlns:a16="http://schemas.microsoft.com/office/drawing/2014/main" id="{F362A436-16E9-8D92-CE75-CF090274A98C}"/>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3" name="Title Placeholder 1">
            <a:extLst>
              <a:ext uri="{FF2B5EF4-FFF2-40B4-BE49-F238E27FC236}">
                <a16:creationId xmlns:a16="http://schemas.microsoft.com/office/drawing/2014/main" id="{1CE7ED7B-D3F7-0C2D-3D7F-23B03A315CF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Tree>
    <p:extLst>
      <p:ext uri="{BB962C8B-B14F-4D97-AF65-F5344CB8AC3E}">
        <p14:creationId xmlns:p14="http://schemas.microsoft.com/office/powerpoint/2010/main" val="3638682601"/>
      </p:ext>
    </p:extLst>
  </p:cSld>
  <p:clrMapOvr>
    <a:masterClrMapping/>
  </p:clrMapOvr>
  <p:transition>
    <p:fade/>
  </p:transition>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9870"/>
            <a:ext cx="8566108" cy="2169796"/>
          </a:xfrm>
        </p:spPr>
        <p:txBody>
          <a:bodyPr anchor="b" anchorCtr="0">
            <a:normAutofit/>
          </a:bodyPr>
          <a:lstStyle>
            <a:lvl1pPr>
              <a:lnSpc>
                <a:spcPct val="100000"/>
              </a:lnSpc>
              <a:spcBef>
                <a:spcPts val="200"/>
              </a:spcBef>
              <a:spcAft>
                <a:spcPts val="200"/>
              </a:spcAft>
              <a:defRPr sz="800" b="0"/>
            </a:lvl1pPr>
          </a:lstStyle>
          <a:p>
            <a:pPr lvl="0"/>
            <a:r>
              <a:rPr lang="en-US" dirty="0"/>
              <a:t>Click to add text</a:t>
            </a:r>
          </a:p>
        </p:txBody>
      </p:sp>
      <p:pic>
        <p:nvPicPr>
          <p:cNvPr id="2" name="Picture 1" descr="Deloitte logo">
            <a:extLst>
              <a:ext uri="{FF2B5EF4-FFF2-40B4-BE49-F238E27FC236}">
                <a16:creationId xmlns:a16="http://schemas.microsoft.com/office/drawing/2014/main" id="{1BEBA89D-3AAC-3CB0-C580-EB5B5457368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spTree>
    <p:extLst>
      <p:ext uri="{BB962C8B-B14F-4D97-AF65-F5344CB8AC3E}">
        <p14:creationId xmlns:p14="http://schemas.microsoft.com/office/powerpoint/2010/main" val="1105254551"/>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vider slide with image - Black">
    <p:bg>
      <p:bgRef idx="1001">
        <a:schemeClr val="bg1"/>
      </p:bgRef>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5" name="Text Placeholder 4">
            <a:extLst>
              <a:ext uri="{FF2B5EF4-FFF2-40B4-BE49-F238E27FC236}">
                <a16:creationId xmlns:a16="http://schemas.microsoft.com/office/drawing/2014/main" id="{E696C364-9ED6-42C4-8FC2-1F9C6CB1656D}"/>
              </a:ext>
            </a:extLst>
          </p:cNvPr>
          <p:cNvSpPr>
            <a:spLocks noGrp="1"/>
          </p:cNvSpPr>
          <p:nvPr>
            <p:ph type="body" sz="quarter" idx="12" hasCustomPrompt="1"/>
          </p:nvPr>
        </p:nvSpPr>
        <p:spPr>
          <a:xfrm>
            <a:off x="457200" y="347472"/>
            <a:ext cx="5465380" cy="484791"/>
          </a:xfrm>
        </p:spPr>
        <p:txBody>
          <a:bodyPr>
            <a:noAutofit/>
          </a:bodyPr>
          <a:lstStyle>
            <a:lvl1pPr>
              <a:defRPr sz="3200" b="1">
                <a:latin typeface="Aptos" panose="020B0004020202020204" pitchFamily="34" charset="0"/>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dirty="0"/>
              <a:t>Click to add title</a:t>
            </a:r>
          </a:p>
        </p:txBody>
      </p:sp>
      <p:sp>
        <p:nvSpPr>
          <p:cNvPr id="6" name="Text Placeholder 4">
            <a:extLst>
              <a:ext uri="{FF2B5EF4-FFF2-40B4-BE49-F238E27FC236}">
                <a16:creationId xmlns:a16="http://schemas.microsoft.com/office/drawing/2014/main" id="{AD421831-C244-4DE0-8DE2-755D7D7315B9}"/>
              </a:ext>
            </a:extLst>
          </p:cNvPr>
          <p:cNvSpPr>
            <a:spLocks noGrp="1"/>
          </p:cNvSpPr>
          <p:nvPr>
            <p:ph type="body" sz="quarter" idx="13" hasCustomPrompt="1"/>
          </p:nvPr>
        </p:nvSpPr>
        <p:spPr>
          <a:xfrm>
            <a:off x="457200" y="832104"/>
            <a:ext cx="5465380" cy="863162"/>
          </a:xfrm>
        </p:spPr>
        <p:txBody>
          <a:bodyPr>
            <a:noAutofit/>
          </a:bodyPr>
          <a:lstStyle>
            <a:lvl1pPr>
              <a:defRPr sz="3200" b="0">
                <a:latin typeface="Aptos" panose="020B0004020202020204" pitchFamily="34" charset="0"/>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dirty="0"/>
              <a:t>Click to add subtitle</a:t>
            </a:r>
          </a:p>
        </p:txBody>
      </p:sp>
    </p:spTree>
    <p:extLst>
      <p:ext uri="{BB962C8B-B14F-4D97-AF65-F5344CB8AC3E}">
        <p14:creationId xmlns:p14="http://schemas.microsoft.com/office/powerpoint/2010/main" val="4222755228"/>
      </p:ext>
    </p:extLst>
  </p:cSld>
  <p:clrMapOvr>
    <a:overrideClrMapping bg1="dk1" tx1="lt1" bg2="dk2" tx2="lt2" accent1="accent1" accent2="accent2" accent3="accent3" accent4="accent4" accent5="accent5" accent6="accent6" hlink="hlink" folHlink="folHlink"/>
  </p:clrMapOvr>
  <p:transition>
    <p:fade/>
  </p:transition>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only - Black">
    <p:bg>
      <p:bgRef idx="1001">
        <a:schemeClr val="bg1"/>
      </p:bgRef>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41A6448-2CDA-7D6D-F1A0-347696B21B5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328566736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ubtitle - Black">
    <p:bg>
      <p:bgRef idx="1001">
        <a:schemeClr val="bg1"/>
      </p:bgRef>
    </p:bg>
    <p:spTree>
      <p:nvGrpSpPr>
        <p:cNvPr id="1" name=""/>
        <p:cNvGrpSpPr/>
        <p:nvPr/>
      </p:nvGrpSpPr>
      <p:grpSpPr>
        <a:xfrm>
          <a:off x="0" y="0"/>
          <a:ext cx="0" cy="0"/>
          <a:chOff x="0" y="0"/>
          <a:chExt cx="0" cy="0"/>
        </a:xfrm>
      </p:grpSpPr>
      <p:sp>
        <p:nvSpPr>
          <p:cNvPr id="2" name="Text Placeholder 8">
            <a:extLst>
              <a:ext uri="{FF2B5EF4-FFF2-40B4-BE49-F238E27FC236}">
                <a16:creationId xmlns:a16="http://schemas.microsoft.com/office/drawing/2014/main" id="{98D36622-3315-0885-4F7E-8CCDE0C2BA1C}"/>
              </a:ext>
            </a:extLst>
          </p:cNvPr>
          <p:cNvSpPr>
            <a:spLocks noGrp="1"/>
          </p:cNvSpPr>
          <p:nvPr>
            <p:ph type="body" sz="quarter" idx="13" hasCustomPrompt="1"/>
          </p:nvPr>
        </p:nvSpPr>
        <p:spPr>
          <a:xfrm>
            <a:off x="457200" y="684000"/>
            <a:ext cx="11274552" cy="757255"/>
          </a:xfrm>
          <a:prstGeom prst="rect">
            <a:avLst/>
          </a:prstGeom>
        </p:spPr>
        <p:txBody>
          <a:bodyPr lIns="0" tIns="0" rIns="0" bIns="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3" name="Title Placeholder 1">
            <a:extLst>
              <a:ext uri="{FF2B5EF4-FFF2-40B4-BE49-F238E27FC236}">
                <a16:creationId xmlns:a16="http://schemas.microsoft.com/office/drawing/2014/main" id="{53E8942A-B484-29A8-C101-63496BEA57F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1759348803"/>
      </p:ext>
    </p:extLst>
  </p:cSld>
  <p:clrMapOvr>
    <a:overrideClrMapping bg1="dk1" tx1="lt1" bg2="dk2" tx2="lt2" accent1="accent1" accent2="accent2" accent3="accent3" accent4="accent4" accent5="accent5" accent6="accent6" hlink="hlink" folHlink="folHlink"/>
  </p:clrMapOvr>
  <p:transition>
    <p:fade/>
  </p:transition>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title, 1 column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C36FB10-1EF5-A9A4-577D-A18DA4D12077}"/>
              </a:ext>
            </a:extLst>
          </p:cNvPr>
          <p:cNvGraphicFramePr>
            <a:graphicFrameLocks noChangeAspect="1"/>
          </p:cNvGraphicFramePr>
          <p:nvPr>
            <p:custDataLst>
              <p:tags r:id="rId1"/>
            </p:custDataLst>
            <p:extLst>
              <p:ext uri="{D42A27DB-BD31-4B8C-83A1-F6EECF244321}">
                <p14:modId xmlns:p14="http://schemas.microsoft.com/office/powerpoint/2010/main" val="18793236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9C36FB10-1EF5-A9A4-577D-A18DA4D1207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 Placeholder 18">
            <a:extLst>
              <a:ext uri="{FF2B5EF4-FFF2-40B4-BE49-F238E27FC236}">
                <a16:creationId xmlns:a16="http://schemas.microsoft.com/office/drawing/2014/main" id="{FB46B341-3430-2348-6D11-485200BFA997}"/>
              </a:ext>
            </a:extLst>
          </p:cNvPr>
          <p:cNvSpPr>
            <a:spLocks noGrp="1"/>
          </p:cNvSpPr>
          <p:nvPr>
            <p:ph idx="1" hasCustomPrompt="1"/>
          </p:nvPr>
        </p:nvSpPr>
        <p:spPr>
          <a:xfrm>
            <a:off x="457200" y="1677579"/>
            <a:ext cx="11274552" cy="4681728"/>
          </a:xfrm>
          <a:prstGeom prst="rect">
            <a:avLst/>
          </a:prstGeom>
          <a:solidFill>
            <a:schemeClr val="tx1"/>
          </a:solidFill>
        </p:spPr>
        <p:txBody>
          <a:bodyPr vert="horz" lIns="0" tIns="0" rIns="0" bIns="0" rtlCol="0">
            <a:noAutofit/>
          </a:bodyPr>
          <a:lstStyle>
            <a:lvl1pPr>
              <a:spcBef>
                <a:spcPts val="200"/>
              </a:spcBef>
              <a:spcAft>
                <a:spcPts val="200"/>
              </a:spcAft>
              <a:defRPr>
                <a:solidFill>
                  <a:schemeClr val="bg1"/>
                </a:solidFill>
                <a:latin typeface="Aptos" panose="020B0004020202020204" pitchFamily="34" charset="0"/>
              </a:defRPr>
            </a:lvl1pPr>
            <a:lvl2pPr>
              <a:spcBef>
                <a:spcPts val="200"/>
              </a:spcBef>
              <a:spcAft>
                <a:spcPts val="200"/>
              </a:spcAft>
              <a:defRPr>
                <a:solidFill>
                  <a:schemeClr val="bg1"/>
                </a:solidFill>
                <a:latin typeface="Aptos" panose="020B0004020202020204" pitchFamily="34" charset="0"/>
              </a:defRPr>
            </a:lvl2pPr>
            <a:lvl3pPr marL="365760">
              <a:spcBef>
                <a:spcPts val="200"/>
              </a:spcBef>
              <a:spcAft>
                <a:spcPts val="200"/>
              </a:spcAft>
              <a:defRPr>
                <a:solidFill>
                  <a:schemeClr val="bg1"/>
                </a:solidFill>
                <a:latin typeface="Aptos" panose="020B0004020202020204" pitchFamily="34" charset="0"/>
              </a:defRPr>
            </a:lvl3pPr>
            <a:lvl4pPr marL="548640" indent="-182880">
              <a:spcBef>
                <a:spcPts val="200"/>
              </a:spcBef>
              <a:spcAft>
                <a:spcPts val="200"/>
              </a:spcAft>
              <a:defRPr>
                <a:solidFill>
                  <a:schemeClr val="bg1"/>
                </a:solidFill>
                <a:latin typeface="Aptos" panose="020B0004020202020204" pitchFamily="34" charset="0"/>
              </a:defRPr>
            </a:lvl4pPr>
            <a:lvl5pPr marL="731520">
              <a:spcBef>
                <a:spcPts val="200"/>
              </a:spcBef>
              <a:spcAft>
                <a:spcPts val="200"/>
              </a:spcAft>
              <a:defRPr>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6" name="Title Placeholder 1">
            <a:extLst>
              <a:ext uri="{FF2B5EF4-FFF2-40B4-BE49-F238E27FC236}">
                <a16:creationId xmlns:a16="http://schemas.microsoft.com/office/drawing/2014/main" id="{F99282DB-7705-38D1-75C5-92BD76D9183E}"/>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7" name="Text Placeholder 8">
            <a:extLst>
              <a:ext uri="{FF2B5EF4-FFF2-40B4-BE49-F238E27FC236}">
                <a16:creationId xmlns:a16="http://schemas.microsoft.com/office/drawing/2014/main" id="{2F2C4463-3F55-0B57-ECFE-555C0A1782BD}"/>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Tree>
    <p:extLst>
      <p:ext uri="{BB962C8B-B14F-4D97-AF65-F5344CB8AC3E}">
        <p14:creationId xmlns:p14="http://schemas.microsoft.com/office/powerpoint/2010/main" val="1444224991"/>
      </p:ext>
    </p:extLst>
  </p:cSld>
  <p:clrMapOvr>
    <a:masterClrMapping/>
  </p:clrMapOvr>
  <p:transition>
    <p:fade/>
  </p:transition>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ubtitle, 2 columns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5E6F299-A818-CA93-A927-F61A877DA27A}"/>
              </a:ext>
            </a:extLst>
          </p:cNvPr>
          <p:cNvGraphicFramePr>
            <a:graphicFrameLocks noChangeAspect="1"/>
          </p:cNvGraphicFramePr>
          <p:nvPr>
            <p:custDataLst>
              <p:tags r:id="rId1"/>
            </p:custDataLst>
            <p:extLst>
              <p:ext uri="{D42A27DB-BD31-4B8C-83A1-F6EECF244321}">
                <p14:modId xmlns:p14="http://schemas.microsoft.com/office/powerpoint/2010/main" val="5613879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05E6F299-A818-CA93-A927-F61A877DA2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7579"/>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576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itle Placeholder 1">
            <a:extLst>
              <a:ext uri="{FF2B5EF4-FFF2-40B4-BE49-F238E27FC236}">
                <a16:creationId xmlns:a16="http://schemas.microsoft.com/office/drawing/2014/main" id="{8D6FEAFF-2B74-1B3D-168E-42A9A695E11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1" name="Text Placeholder 8">
            <a:extLst>
              <a:ext uri="{FF2B5EF4-FFF2-40B4-BE49-F238E27FC236}">
                <a16:creationId xmlns:a16="http://schemas.microsoft.com/office/drawing/2014/main" id="{2DF503BF-FE6C-E555-3A41-CFFD641471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3" name="Content Placeholder 3">
            <a:extLst>
              <a:ext uri="{FF2B5EF4-FFF2-40B4-BE49-F238E27FC236}">
                <a16:creationId xmlns:a16="http://schemas.microsoft.com/office/drawing/2014/main" id="{45E59B36-2F4F-A0E8-D1A8-C198F28B171E}"/>
              </a:ext>
            </a:extLst>
          </p:cNvPr>
          <p:cNvSpPr>
            <a:spLocks noGrp="1"/>
          </p:cNvSpPr>
          <p:nvPr>
            <p:ph sz="quarter" idx="15" hasCustomPrompt="1"/>
          </p:nvPr>
        </p:nvSpPr>
        <p:spPr>
          <a:xfrm>
            <a:off x="6249579" y="1677579"/>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162637103"/>
      </p:ext>
    </p:extLst>
  </p:cSld>
  <p:clrMapOvr>
    <a:masterClrMapping/>
  </p:clrMapOvr>
  <p:transition>
    <p:fade/>
  </p:transition>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ubtitle, 3 columns -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82120E2-D6C2-D764-40A5-E97D481216B5}"/>
              </a:ext>
            </a:extLst>
          </p:cNvPr>
          <p:cNvGraphicFramePr>
            <a:graphicFrameLocks noChangeAspect="1"/>
          </p:cNvGraphicFramePr>
          <p:nvPr>
            <p:custDataLst>
              <p:tags r:id="rId1"/>
            </p:custDataLst>
            <p:extLst>
              <p:ext uri="{D42A27DB-BD31-4B8C-83A1-F6EECF244321}">
                <p14:modId xmlns:p14="http://schemas.microsoft.com/office/powerpoint/2010/main" val="13522964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D82120E2-D6C2-D764-40A5-E97D481216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itle Placeholder 1">
            <a:extLst>
              <a:ext uri="{FF2B5EF4-FFF2-40B4-BE49-F238E27FC236}">
                <a16:creationId xmlns:a16="http://schemas.microsoft.com/office/drawing/2014/main" id="{7413E34D-A983-4D25-B3D7-D7643F60357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solidFill>
                  <a:schemeClr val="bg1"/>
                </a:solidFill>
                <a:latin typeface="Aptos" panose="020B0004020202020204" pitchFamily="34" charset="0"/>
              </a:defRPr>
            </a:lvl1pPr>
          </a:lstStyle>
          <a:p>
            <a:r>
              <a:rPr lang="en-US" dirty="0"/>
              <a:t>Click to add title</a:t>
            </a:r>
          </a:p>
        </p:txBody>
      </p:sp>
      <p:sp>
        <p:nvSpPr>
          <p:cNvPr id="10" name="Text Placeholder 8">
            <a:extLst>
              <a:ext uri="{FF2B5EF4-FFF2-40B4-BE49-F238E27FC236}">
                <a16:creationId xmlns:a16="http://schemas.microsoft.com/office/drawing/2014/main" id="{6F14D54C-54B5-CC50-7E64-122407456A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defRPr lang="en-US" sz="1800" b="0" dirty="0">
                <a:solidFill>
                  <a:srgbClr val="D0D0CE"/>
                </a:solidFill>
                <a:latin typeface="Aptos" panose="020B0004020202020204" pitchFamily="34" charset="0"/>
              </a:defRPr>
            </a:lvl1pPr>
          </a:lstStyle>
          <a:p>
            <a:pPr lvl="0"/>
            <a:r>
              <a:rPr lang="en-US" dirty="0"/>
              <a:t>Click to add subtitle</a:t>
            </a:r>
          </a:p>
        </p:txBody>
      </p:sp>
      <p:sp>
        <p:nvSpPr>
          <p:cNvPr id="4" name="Content Placeholder 3">
            <a:extLst>
              <a:ext uri="{FF2B5EF4-FFF2-40B4-BE49-F238E27FC236}">
                <a16:creationId xmlns:a16="http://schemas.microsoft.com/office/drawing/2014/main" id="{DF0E9C8C-3361-2EBB-1420-4D27917305A8}"/>
              </a:ext>
            </a:extLst>
          </p:cNvPr>
          <p:cNvSpPr>
            <a:spLocks noGrp="1"/>
          </p:cNvSpPr>
          <p:nvPr>
            <p:ph sz="quarter" idx="17" hasCustomPrompt="1"/>
          </p:nvPr>
        </p:nvSpPr>
        <p:spPr>
          <a:xfrm>
            <a:off x="4327048"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CD594323-BB1E-32C6-75D1-37D14037392C}"/>
              </a:ext>
            </a:extLst>
          </p:cNvPr>
          <p:cNvSpPr>
            <a:spLocks noGrp="1"/>
          </p:cNvSpPr>
          <p:nvPr>
            <p:ph sz="quarter" idx="18" hasCustomPrompt="1"/>
          </p:nvPr>
        </p:nvSpPr>
        <p:spPr>
          <a:xfrm>
            <a:off x="8193024"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249814472"/>
      </p:ext>
    </p:extLst>
  </p:cSld>
  <p:clrMapOvr>
    <a:masterClrMapping/>
  </p:clrMapOvr>
  <p:transition>
    <p:fade/>
  </p:transition>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4 columns - Black">
    <p:bg>
      <p:bgPr>
        <a:solidFill>
          <a:schemeClr val="tx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AF0D7E5-2029-3151-0D44-92D925760B08}"/>
              </a:ext>
            </a:extLst>
          </p:cNvPr>
          <p:cNvGraphicFramePr>
            <a:graphicFrameLocks noChangeAspect="1"/>
          </p:cNvGraphicFramePr>
          <p:nvPr>
            <p:custDataLst>
              <p:tags r:id="rId1"/>
            </p:custDataLst>
            <p:extLst>
              <p:ext uri="{D42A27DB-BD31-4B8C-83A1-F6EECF244321}">
                <p14:modId xmlns:p14="http://schemas.microsoft.com/office/powerpoint/2010/main" val="1243120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0AF0D7E5-2029-3151-0D44-92D925760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itle Placeholder 1">
            <a:extLst>
              <a:ext uri="{FF2B5EF4-FFF2-40B4-BE49-F238E27FC236}">
                <a16:creationId xmlns:a16="http://schemas.microsoft.com/office/drawing/2014/main" id="{286DEB7A-2D80-0936-9E40-8E28EEB0EB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5" name="Text Placeholder 8">
            <a:extLst>
              <a:ext uri="{FF2B5EF4-FFF2-40B4-BE49-F238E27FC236}">
                <a16:creationId xmlns:a16="http://schemas.microsoft.com/office/drawing/2014/main" id="{67F64B02-86CD-B81B-86B2-05391A92AC52}"/>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3" name="Content Placeholder 3">
            <a:extLst>
              <a:ext uri="{FF2B5EF4-FFF2-40B4-BE49-F238E27FC236}">
                <a16:creationId xmlns:a16="http://schemas.microsoft.com/office/drawing/2014/main" id="{39EE392B-1FEE-21B0-181D-C9962A3FE8E5}"/>
              </a:ext>
            </a:extLst>
          </p:cNvPr>
          <p:cNvSpPr>
            <a:spLocks noGrp="1"/>
          </p:cNvSpPr>
          <p:nvPr>
            <p:ph sz="quarter" idx="18" hasCustomPrompt="1"/>
          </p:nvPr>
        </p:nvSpPr>
        <p:spPr>
          <a:xfrm>
            <a:off x="332232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EC71861D-BC3F-2DAD-BA49-86947F937CC5}"/>
              </a:ext>
            </a:extLst>
          </p:cNvPr>
          <p:cNvSpPr>
            <a:spLocks noGrp="1"/>
          </p:cNvSpPr>
          <p:nvPr>
            <p:ph sz="quarter" idx="19" hasCustomPrompt="1"/>
          </p:nvPr>
        </p:nvSpPr>
        <p:spPr>
          <a:xfrm>
            <a:off x="618744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Content Placeholder 3">
            <a:extLst>
              <a:ext uri="{FF2B5EF4-FFF2-40B4-BE49-F238E27FC236}">
                <a16:creationId xmlns:a16="http://schemas.microsoft.com/office/drawing/2014/main" id="{6D62757C-35E9-6C73-1638-E2D99D8D412E}"/>
              </a:ext>
            </a:extLst>
          </p:cNvPr>
          <p:cNvSpPr>
            <a:spLocks noGrp="1"/>
          </p:cNvSpPr>
          <p:nvPr>
            <p:ph sz="quarter" idx="20" hasCustomPrompt="1"/>
          </p:nvPr>
        </p:nvSpPr>
        <p:spPr>
          <a:xfrm>
            <a:off x="905256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37838375"/>
      </p:ext>
    </p:extLst>
  </p:cSld>
  <p:clrMapOvr>
    <a:masterClrMapping/>
  </p:clrMapOvr>
  <p:transition>
    <p:fade/>
  </p:transition>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am profile - Black">
    <p:bg>
      <p:bgPr>
        <a:solidFill>
          <a:schemeClr val="tx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E4C1F1A-C2FD-0E2E-2497-1640B8CFB7F6}"/>
              </a:ext>
            </a:extLst>
          </p:cNvPr>
          <p:cNvGraphicFramePr>
            <a:graphicFrameLocks noChangeAspect="1"/>
          </p:cNvGraphicFramePr>
          <p:nvPr>
            <p:custDataLst>
              <p:tags r:id="rId1"/>
            </p:custDataLst>
            <p:extLst>
              <p:ext uri="{D42A27DB-BD31-4B8C-83A1-F6EECF244321}">
                <p14:modId xmlns:p14="http://schemas.microsoft.com/office/powerpoint/2010/main" val="2223992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6" name="think-cell data - do not delete" hidden="1">
                        <a:extLst>
                          <a:ext uri="{FF2B5EF4-FFF2-40B4-BE49-F238E27FC236}">
                            <a16:creationId xmlns:a16="http://schemas.microsoft.com/office/drawing/2014/main" id="{3E4C1F1A-C2FD-0E2E-2497-1640B8CFB7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defRPr sz="120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5352" y="1880213"/>
            <a:ext cx="1476000" cy="1476000"/>
          </a:xfrm>
        </p:spPr>
        <p:txBody>
          <a:bodyPr>
            <a:normAutofit/>
          </a:bodyPr>
          <a:lstStyle>
            <a:lvl1pPr algn="ctr">
              <a:defRPr sz="120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defRPr sz="120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45352" y="4256213"/>
            <a:ext cx="1476000" cy="1476000"/>
          </a:xfrm>
        </p:spPr>
        <p:txBody>
          <a:bodyPr>
            <a:normAutofit/>
          </a:bodyPr>
          <a:lstStyle>
            <a:lvl1pPr algn="ctr">
              <a:defRPr sz="1200"/>
            </a:lvl1pPr>
          </a:lstStyle>
          <a:p>
            <a:r>
              <a:rPr lang="en-US"/>
              <a:t>Click icon to add picture</a:t>
            </a:r>
            <a:endParaRPr lang="en-GB" dirty="0"/>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98040"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0744"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98040"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Rectangle 9">
            <a:extLst>
              <a:ext uri="{FF2B5EF4-FFF2-40B4-BE49-F238E27FC236}">
                <a16:creationId xmlns:a16="http://schemas.microsoft.com/office/drawing/2014/main" id="{8B1455C2-E21F-06D2-DADD-7FD7A0C6A036}"/>
              </a:ext>
            </a:extLst>
          </p:cNvPr>
          <p:cNvSpPr/>
          <p:nvPr/>
        </p:nvSpPr>
        <p:spPr>
          <a:xfrm>
            <a:off x="6254496"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0000"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9" name="Text Placeholder 12">
            <a:extLst>
              <a:ext uri="{FF2B5EF4-FFF2-40B4-BE49-F238E27FC236}">
                <a16:creationId xmlns:a16="http://schemas.microsoft.com/office/drawing/2014/main" id="{98DB5DD3-41BE-3F94-9CAF-1C6AF307A274}"/>
              </a:ext>
            </a:extLst>
          </p:cNvPr>
          <p:cNvSpPr>
            <a:spLocks noGrp="1"/>
          </p:cNvSpPr>
          <p:nvPr>
            <p:ph type="body" sz="quarter" idx="36" hasCustomPrompt="1"/>
          </p:nvPr>
        </p:nvSpPr>
        <p:spPr>
          <a:xfrm>
            <a:off x="2100744"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1" name="Title Placeholder 1">
            <a:extLst>
              <a:ext uri="{FF2B5EF4-FFF2-40B4-BE49-F238E27FC236}">
                <a16:creationId xmlns:a16="http://schemas.microsoft.com/office/drawing/2014/main" id="{7685A54B-009E-7531-D093-9C1E6AA6E8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22" name="Text Placeholder 8">
            <a:extLst>
              <a:ext uri="{FF2B5EF4-FFF2-40B4-BE49-F238E27FC236}">
                <a16:creationId xmlns:a16="http://schemas.microsoft.com/office/drawing/2014/main" id="{1F09F11E-B446-F54E-C136-D44C717D2011}"/>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Tree>
    <p:extLst>
      <p:ext uri="{BB962C8B-B14F-4D97-AF65-F5344CB8AC3E}">
        <p14:creationId xmlns:p14="http://schemas.microsoft.com/office/powerpoint/2010/main" val="1962087470"/>
      </p:ext>
    </p:extLst>
  </p:cSld>
  <p:clrMapOvr>
    <a:masterClrMapping/>
  </p:clrMapOvr>
  <p:transition>
    <p:fade/>
  </p:transition>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alifications 2 x 1 - Black">
    <p:bg>
      <p:bgPr>
        <a:solidFill>
          <a:schemeClr val="tx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7C7A401-E3C4-4448-BB60-24DC9B089C72}"/>
              </a:ext>
            </a:extLst>
          </p:cNvPr>
          <p:cNvGraphicFramePr>
            <a:graphicFrameLocks noChangeAspect="1"/>
          </p:cNvGraphicFramePr>
          <p:nvPr>
            <p:custDataLst>
              <p:tags r:id="rId1"/>
            </p:custDataLst>
            <p:extLst>
              <p:ext uri="{D42A27DB-BD31-4B8C-83A1-F6EECF244321}">
                <p14:modId xmlns:p14="http://schemas.microsoft.com/office/powerpoint/2010/main" val="12102339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0" name="think-cell data - do not delete" hidden="1">
                        <a:extLst>
                          <a:ext uri="{FF2B5EF4-FFF2-40B4-BE49-F238E27FC236}">
                            <a16:creationId xmlns:a16="http://schemas.microsoft.com/office/drawing/2014/main" id="{A7C7A401-E3C4-4448-BB60-24DC9B089C7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Picture Placeholder 11">
            <a:extLst>
              <a:ext uri="{FF2B5EF4-FFF2-40B4-BE49-F238E27FC236}">
                <a16:creationId xmlns:a16="http://schemas.microsoft.com/office/drawing/2014/main" id="{DFBE7610-ECB4-CA89-5B4C-9B0C6E8A5706}"/>
              </a:ext>
            </a:extLst>
          </p:cNvPr>
          <p:cNvSpPr>
            <a:spLocks noGrp="1"/>
          </p:cNvSpPr>
          <p:nvPr>
            <p:ph type="pic" sz="quarter" idx="28"/>
          </p:nvPr>
        </p:nvSpPr>
        <p:spPr>
          <a:xfrm>
            <a:off x="4476744" y="1883664"/>
            <a:ext cx="1476000" cy="1476000"/>
          </a:xfrm>
        </p:spPr>
        <p:txBody>
          <a:bodyPr>
            <a:normAutofit/>
          </a:bodyPr>
          <a:lstStyle>
            <a:lvl1pPr algn="ctr">
              <a:defRPr sz="1200"/>
            </a:lvl1pPr>
          </a:lstStyle>
          <a:p>
            <a:r>
              <a:rPr lang="en-US"/>
              <a:t>Click icon to add picture</a:t>
            </a:r>
            <a:endParaRPr lang="en-GB" dirty="0"/>
          </a:p>
        </p:txBody>
      </p:sp>
      <p:sp>
        <p:nvSpPr>
          <p:cNvPr id="18" name="Picture Placeholder 11">
            <a:extLst>
              <a:ext uri="{FF2B5EF4-FFF2-40B4-BE49-F238E27FC236}">
                <a16:creationId xmlns:a16="http://schemas.microsoft.com/office/drawing/2014/main" id="{6E7011BF-A32B-4689-4585-D2226C8A39D9}"/>
              </a:ext>
            </a:extLst>
          </p:cNvPr>
          <p:cNvSpPr>
            <a:spLocks noGrp="1"/>
          </p:cNvSpPr>
          <p:nvPr>
            <p:ph type="pic" sz="quarter" idx="29"/>
          </p:nvPr>
        </p:nvSpPr>
        <p:spPr>
          <a:xfrm>
            <a:off x="10278000" y="1883664"/>
            <a:ext cx="1476000" cy="1476000"/>
          </a:xfrm>
        </p:spPr>
        <p:txBody>
          <a:bodyPr>
            <a:normAutofit/>
          </a:bodyPr>
          <a:lstStyle>
            <a:lvl1pPr algn="ctr">
              <a:defRPr sz="1200"/>
            </a:lvl1pPr>
          </a:lstStyle>
          <a:p>
            <a:r>
              <a:rPr lang="en-US"/>
              <a:t>Click icon to add picture</a:t>
            </a:r>
            <a:endParaRPr lang="en-GB" dirty="0"/>
          </a:p>
        </p:txBody>
      </p:sp>
      <p:sp>
        <p:nvSpPr>
          <p:cNvPr id="9" name="Content Placeholder 3">
            <a:extLst>
              <a:ext uri="{FF2B5EF4-FFF2-40B4-BE49-F238E27FC236}">
                <a16:creationId xmlns:a16="http://schemas.microsoft.com/office/drawing/2014/main" id="{DBEB426A-016F-1B65-1168-FF2235F36C2A}"/>
              </a:ext>
            </a:extLst>
          </p:cNvPr>
          <p:cNvSpPr>
            <a:spLocks noGrp="1"/>
          </p:cNvSpPr>
          <p:nvPr>
            <p:ph sz="quarter" idx="10" hasCustomPrompt="1"/>
          </p:nvPr>
        </p:nvSpPr>
        <p:spPr>
          <a:xfrm>
            <a:off x="457200" y="3491918"/>
            <a:ext cx="5495544"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2" name="Title Placeholder 1">
            <a:extLst>
              <a:ext uri="{FF2B5EF4-FFF2-40B4-BE49-F238E27FC236}">
                <a16:creationId xmlns:a16="http://schemas.microsoft.com/office/drawing/2014/main" id="{843CBCEE-6AB3-6F31-A1DF-F3F88E17572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4" name="Text Placeholder 8">
            <a:extLst>
              <a:ext uri="{FF2B5EF4-FFF2-40B4-BE49-F238E27FC236}">
                <a16:creationId xmlns:a16="http://schemas.microsoft.com/office/drawing/2014/main" id="{8D7B41BD-8ED5-299A-47F6-EACF78AFCB46}"/>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15" name="Rectangle 14">
            <a:extLst>
              <a:ext uri="{FF2B5EF4-FFF2-40B4-BE49-F238E27FC236}">
                <a16:creationId xmlns:a16="http://schemas.microsoft.com/office/drawing/2014/main" id="{16E79773-3B23-90E9-4D48-A5FDB54800E7}"/>
              </a:ext>
            </a:extLst>
          </p:cNvPr>
          <p:cNvSpPr/>
          <p:nvPr/>
        </p:nvSpPr>
        <p:spPr>
          <a:xfrm>
            <a:off x="6245352"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6B2B04A7-88BB-C053-00D5-6E084E746EAB}"/>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Content Placeholder 3">
            <a:extLst>
              <a:ext uri="{FF2B5EF4-FFF2-40B4-BE49-F238E27FC236}">
                <a16:creationId xmlns:a16="http://schemas.microsoft.com/office/drawing/2014/main" id="{746306D7-050B-5308-5E5B-4221EF4A7F66}"/>
              </a:ext>
            </a:extLst>
          </p:cNvPr>
          <p:cNvSpPr>
            <a:spLocks noGrp="1"/>
          </p:cNvSpPr>
          <p:nvPr>
            <p:ph sz="quarter" idx="30" hasCustomPrompt="1"/>
          </p:nvPr>
        </p:nvSpPr>
        <p:spPr>
          <a:xfrm>
            <a:off x="6245352" y="3491918"/>
            <a:ext cx="5495544"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ext Placeholder 17">
            <a:extLst>
              <a:ext uri="{FF2B5EF4-FFF2-40B4-BE49-F238E27FC236}">
                <a16:creationId xmlns:a16="http://schemas.microsoft.com/office/drawing/2014/main" id="{6DE0135C-F9C3-EE2B-FE85-1B28EA0EBB82}"/>
              </a:ext>
            </a:extLst>
          </p:cNvPr>
          <p:cNvSpPr>
            <a:spLocks noGrp="1"/>
          </p:cNvSpPr>
          <p:nvPr>
            <p:ph type="body" sz="quarter" idx="4294967295" hasCustomPrompt="1"/>
          </p:nvPr>
        </p:nvSpPr>
        <p:spPr>
          <a:xfrm>
            <a:off x="457200" y="1876425"/>
            <a:ext cx="3922713" cy="1482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3" name="Text Placeholder 17">
            <a:extLst>
              <a:ext uri="{FF2B5EF4-FFF2-40B4-BE49-F238E27FC236}">
                <a16:creationId xmlns:a16="http://schemas.microsoft.com/office/drawing/2014/main" id="{59E80491-83AB-C6B3-9191-54EDF5F4418A}"/>
              </a:ext>
            </a:extLst>
          </p:cNvPr>
          <p:cNvSpPr>
            <a:spLocks noGrp="1"/>
          </p:cNvSpPr>
          <p:nvPr>
            <p:ph type="body" sz="quarter" idx="4294967295" hasCustomPrompt="1"/>
          </p:nvPr>
        </p:nvSpPr>
        <p:spPr>
          <a:xfrm>
            <a:off x="6239258" y="1876425"/>
            <a:ext cx="3922713" cy="1482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Tree>
    <p:extLst>
      <p:ext uri="{BB962C8B-B14F-4D97-AF65-F5344CB8AC3E}">
        <p14:creationId xmlns:p14="http://schemas.microsoft.com/office/powerpoint/2010/main" val="1300282340"/>
      </p:ext>
    </p:extLst>
  </p:cSld>
  <p:clrMapOvr>
    <a:masterClrMapping/>
  </p:clrMapOvr>
  <p:transition>
    <p:fade/>
  </p:transition>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End slide -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7952"/>
            <a:ext cx="8528936" cy="2169796"/>
          </a:xfrm>
        </p:spPr>
        <p:txBody>
          <a:bodyPr anchor="b" anchorCtr="0">
            <a:noAutofit/>
          </a:bodyPr>
          <a:lstStyle>
            <a:lvl1pPr>
              <a:lnSpc>
                <a:spcPct val="100000"/>
              </a:lnSpc>
              <a:spcAft>
                <a:spcPts val="450"/>
              </a:spcAft>
              <a:defRPr sz="800" b="0">
                <a:solidFill>
                  <a:schemeClr val="bg1"/>
                </a:solidFill>
              </a:defRPr>
            </a:lvl1pPr>
          </a:lstStyle>
          <a:p>
            <a:pPr lvl="0"/>
            <a:r>
              <a:rPr lang="en-US" dirty="0"/>
              <a:t>Click to add text</a:t>
            </a:r>
          </a:p>
        </p:txBody>
      </p:sp>
      <p:pic>
        <p:nvPicPr>
          <p:cNvPr id="2" name="Picture 1" descr="Deloitte logo">
            <a:extLst>
              <a:ext uri="{FF2B5EF4-FFF2-40B4-BE49-F238E27FC236}">
                <a16:creationId xmlns:a16="http://schemas.microsoft.com/office/drawing/2014/main" id="{4C074566-129B-653D-CAB9-0DAF93F2A1A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1"/>
          </a:xfrm>
          <a:prstGeom prst="rect">
            <a:avLst/>
          </a:prstGeom>
        </p:spPr>
      </p:pic>
    </p:spTree>
    <p:extLst>
      <p:ext uri="{BB962C8B-B14F-4D97-AF65-F5344CB8AC3E}">
        <p14:creationId xmlns:p14="http://schemas.microsoft.com/office/powerpoint/2010/main" val="753036774"/>
      </p:ext>
    </p:extLst>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00">
              <a:lnSpc>
                <a:spcPct val="85000"/>
              </a:lnSpc>
            </a:pPr>
            <a:r>
              <a:rPr lang="en-US"/>
              <a:t>Click to edit Master title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en-US"/>
              <a:t>BREADCRUMBS</a:t>
            </a:r>
          </a:p>
        </p:txBody>
      </p:sp>
    </p:spTree>
    <p:extLst>
      <p:ext uri="{BB962C8B-B14F-4D97-AF65-F5344CB8AC3E}">
        <p14:creationId xmlns:p14="http://schemas.microsoft.com/office/powerpoint/2010/main" val="32500141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Breadcrumb, Title, Subhea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93" imgH="493" progId="TCLayout.ActiveDocument.1">
                  <p:embed/>
                </p:oleObj>
              </mc:Choice>
              <mc:Fallback>
                <p:oleObj name="think-cell Slide" r:id="rId3" imgW="493" imgH="493"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xfrm>
            <a:off x="457200" y="671763"/>
            <a:ext cx="11106150" cy="479076"/>
          </a:xfrm>
        </p:spPr>
        <p:txBody>
          <a:bodyPr vert="horz" lIns="0" tIns="45720" rIns="0" bIns="0" rtlCol="0" anchor="b" anchorCtr="0">
            <a:noAutofit/>
          </a:bodyPr>
          <a:lstStyle>
            <a:lvl1pPr>
              <a:defRPr lang="en-US" sz="2600" b="0" spc="-75" dirty="0">
                <a:latin typeface="Open Sans" panose="020B0606030504020204" pitchFamily="34" charset="0"/>
                <a:ea typeface="Open Sans" panose="020B0606030504020204" pitchFamily="34" charset="0"/>
                <a:cs typeface="Open Sans" panose="020B0606030504020204" pitchFamily="34" charset="0"/>
              </a:defRPr>
            </a:lvl1pPr>
          </a:lstStyle>
          <a:p>
            <a:pPr lvl="0" defTabSz="685800">
              <a:lnSpc>
                <a:spcPct val="85000"/>
              </a:lnSpc>
            </a:pPr>
            <a:r>
              <a:rPr lang="en-US"/>
              <a:t>Click to edit Master title style</a:t>
            </a:r>
          </a:p>
        </p:txBody>
      </p:sp>
      <p:sp>
        <p:nvSpPr>
          <p:cNvPr id="4" name="Text Placeholder 8"/>
          <p:cNvSpPr>
            <a:spLocks noGrp="1"/>
          </p:cNvSpPr>
          <p:nvPr>
            <p:ph type="body" sz="quarter" idx="14"/>
          </p:nvPr>
        </p:nvSpPr>
        <p:spPr>
          <a:xfrm>
            <a:off x="457200" y="1214847"/>
            <a:ext cx="11106150" cy="479076"/>
          </a:xfrm>
        </p:spPr>
        <p:txBody>
          <a:bodyPr vert="horz" lIns="0" tIns="0" rIns="0" bIns="0" rtlCol="0">
            <a:noAutofit/>
          </a:bodyPr>
          <a:lstStyle>
            <a:lvl1pPr marL="0" indent="0">
              <a:spcAft>
                <a:spcPts val="600"/>
              </a:spcAft>
              <a:buNone/>
              <a:defRPr lang="en-US" sz="1200" spc="-30" baseline="0">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lnSpc>
                <a:spcPct val="130000"/>
              </a:lnSpc>
            </a:pPr>
            <a:r>
              <a:rPr lang="en-US"/>
              <a:t>Click to edit Master text styles</a:t>
            </a:r>
          </a:p>
        </p:txBody>
      </p:sp>
      <p:sp>
        <p:nvSpPr>
          <p:cNvPr id="5" name="Text Placeholder 5">
            <a:extLst>
              <a:ext uri="{FF2B5EF4-FFF2-40B4-BE49-F238E27FC236}">
                <a16:creationId xmlns:a16="http://schemas.microsoft.com/office/drawing/2014/main" id="{1FB7861E-9A39-4D87-8083-102F69CC0A48}"/>
              </a:ext>
            </a:extLst>
          </p:cNvPr>
          <p:cNvSpPr>
            <a:spLocks noGrp="1"/>
          </p:cNvSpPr>
          <p:nvPr>
            <p:ph type="body" sz="quarter" idx="15" hasCustomPrompt="1"/>
          </p:nvPr>
        </p:nvSpPr>
        <p:spPr>
          <a:xfrm>
            <a:off x="457200" y="466344"/>
            <a:ext cx="8156448" cy="203200"/>
          </a:xfrm>
          <a:prstGeom prst="rect">
            <a:avLst/>
          </a:prstGeom>
        </p:spPr>
        <p:txBody>
          <a:bodyPr vert="horz" lIns="0" tIns="0" rIns="0" bIns="0" rtlCol="0">
            <a:noAutofit/>
          </a:bodyPr>
          <a:lstStyle>
            <a:lvl1pPr marL="0" indent="0">
              <a:buNone/>
              <a:defRPr lang="en-US" sz="900" b="1" kern="0" cap="all" spc="250" baseline="0" dirty="0">
                <a:solidFill>
                  <a:schemeClr val="bg1">
                    <a:lumMod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r>
              <a:rPr lang="en-US"/>
              <a:t>BREADCRUMBS</a:t>
            </a:r>
          </a:p>
        </p:txBody>
      </p:sp>
    </p:spTree>
    <p:extLst>
      <p:ext uri="{BB962C8B-B14F-4D97-AF65-F5344CB8AC3E}">
        <p14:creationId xmlns:p14="http://schemas.microsoft.com/office/powerpoint/2010/main" val="132825048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2"/>
            </p:custDataLst>
            <p:extLst>
              <p:ext uri="{D42A27DB-BD31-4B8C-83A1-F6EECF244321}">
                <p14:modId xmlns:p14="http://schemas.microsoft.com/office/powerpoint/2010/main" val="263045233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3" imgW="270" imgH="270" progId="TCLayout.ActiveDocument.1">
                  <p:embed/>
                </p:oleObj>
              </mc:Choice>
              <mc:Fallback>
                <p:oleObj name="think-cell Slide" r:id="rId33" imgW="270" imgH="270" progId="TCLayout.ActiveDocument.1">
                  <p:embed/>
                  <p:pic>
                    <p:nvPicPr>
                      <p:cNvPr id="4" name="Object 3" hidden="1"/>
                      <p:cNvPicPr/>
                      <p:nvPr/>
                    </p:nvPicPr>
                    <p:blipFill>
                      <a:blip r:embed="rId34"/>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1274552" cy="340136"/>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Copyright"/>
          <p:cNvSpPr txBox="1"/>
          <p:nvPr/>
        </p:nvSpPr>
        <p:spPr>
          <a:xfrm>
            <a:off x="457200" y="6519672"/>
            <a:ext cx="2640227"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rgbClr val="75787B"/>
                </a:solidFill>
                <a:latin typeface="Aptos" panose="020B0004020202020204" pitchFamily="34" charset="0"/>
                <a:cs typeface="Calibri" panose="020F0502020204030204" pitchFamily="34" charset="0"/>
              </a:rPr>
              <a:t>© 2026 Deloitte S-Latam, S.C.</a:t>
            </a:r>
          </a:p>
        </p:txBody>
      </p:sp>
      <p:sp>
        <p:nvSpPr>
          <p:cNvPr id="19" name="Text Placeholder 18"/>
          <p:cNvSpPr>
            <a:spLocks noGrp="1"/>
          </p:cNvSpPr>
          <p:nvPr>
            <p:ph type="body" idx="1"/>
          </p:nvPr>
        </p:nvSpPr>
        <p:spPr>
          <a:xfrm>
            <a:off x="460093" y="1679602"/>
            <a:ext cx="11274552" cy="466191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rgbClr val="75787B"/>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rgbClr val="75787B"/>
              </a:solidFill>
              <a:latin typeface="Aptos" panose="020B0004020202020204" pitchFamily="34" charset="0"/>
              <a:cs typeface="Calibri" panose="020F0502020204030204" pitchFamily="34" charset="0"/>
            </a:endParaRPr>
          </a:p>
        </p:txBody>
      </p:sp>
      <p:sp>
        <p:nvSpPr>
          <p:cNvPr id="7" name="Copyright">
            <a:extLst>
              <a:ext uri="{FF2B5EF4-FFF2-40B4-BE49-F238E27FC236}">
                <a16:creationId xmlns:a16="http://schemas.microsoft.com/office/drawing/2014/main" id="{B3A282DC-50BE-AE33-FABD-30122E0C1038}"/>
              </a:ext>
            </a:extLst>
          </p:cNvPr>
          <p:cNvSpPr txBox="1"/>
          <p:nvPr userDrawn="1"/>
        </p:nvSpPr>
        <p:spPr>
          <a:xfrm>
            <a:off x="4827373" y="6519672"/>
            <a:ext cx="2640227" cy="123111"/>
          </a:xfrm>
          <a:prstGeom prst="rect">
            <a:avLst/>
          </a:prstGeom>
          <a:noFill/>
        </p:spPr>
        <p:txBody>
          <a:bodyPr wrap="square" lIns="0" tIns="0" rIns="0" bIns="0" rtlCol="0">
            <a:spAutoFit/>
          </a:bodyPr>
          <a:lstStyle/>
          <a:p>
            <a:pPr marL="0" indent="0" algn="ctr">
              <a:spcBef>
                <a:spcPts val="450"/>
              </a:spcBef>
              <a:buSzPct val="100000"/>
              <a:buFont typeface="Arial"/>
              <a:buNone/>
            </a:pPr>
            <a:r>
              <a:rPr lang="es-MX" sz="800" noProof="0" dirty="0">
                <a:solidFill>
                  <a:srgbClr val="75787B"/>
                </a:solidFill>
                <a:latin typeface="Aptos" panose="020B0004020202020204" pitchFamily="34" charset="0"/>
                <a:cs typeface="Calibri" panose="020F0502020204030204" pitchFamily="34" charset="0"/>
              </a:rPr>
              <a:t>Información confidencial</a:t>
            </a:r>
          </a:p>
        </p:txBody>
      </p:sp>
    </p:spTree>
    <p:extLst>
      <p:ext uri="{BB962C8B-B14F-4D97-AF65-F5344CB8AC3E}">
        <p14:creationId xmlns:p14="http://schemas.microsoft.com/office/powerpoint/2010/main" val="479652412"/>
      </p:ext>
    </p:extLst>
  </p:cSld>
  <p:clrMap bg1="lt1" tx1="dk1" bg2="lt2" tx2="dk2" accent1="accent1" accent2="accent2" accent3="accent3" accent4="accent4" accent5="accent5" accent6="accent6" hlink="hlink" folHlink="folHlink"/>
  <p:sldLayoutIdLst>
    <p:sldLayoutId id="2147484257" r:id="rId1"/>
    <p:sldLayoutId id="2147484258" r:id="rId2"/>
    <p:sldLayoutId id="2147484259" r:id="rId3"/>
    <p:sldLayoutId id="2147484260" r:id="rId4"/>
    <p:sldLayoutId id="2147484261" r:id="rId5"/>
    <p:sldLayoutId id="2147484262" r:id="rId6"/>
    <p:sldLayoutId id="2147484263" r:id="rId7"/>
    <p:sldLayoutId id="2147484264" r:id="rId8"/>
    <p:sldLayoutId id="2147484265" r:id="rId9"/>
    <p:sldLayoutId id="2147484266" r:id="rId10"/>
    <p:sldLayoutId id="2147484267" r:id="rId11"/>
    <p:sldLayoutId id="2147484268" r:id="rId12"/>
    <p:sldLayoutId id="2147484269" r:id="rId13"/>
    <p:sldLayoutId id="2147484270" r:id="rId14"/>
    <p:sldLayoutId id="2147484271" r:id="rId15"/>
    <p:sldLayoutId id="2147484272" r:id="rId16"/>
    <p:sldLayoutId id="2147484273" r:id="rId17"/>
    <p:sldLayoutId id="2147484274" r:id="rId18"/>
    <p:sldLayoutId id="2147484275" r:id="rId19"/>
    <p:sldLayoutId id="2147484276" r:id="rId20"/>
    <p:sldLayoutId id="2147484277" r:id="rId21"/>
    <p:sldLayoutId id="2147484278" r:id="rId22"/>
    <p:sldLayoutId id="2147484279" r:id="rId23"/>
    <p:sldLayoutId id="2147484280" r:id="rId24"/>
    <p:sldLayoutId id="2147484281" r:id="rId25"/>
    <p:sldLayoutId id="2147484282" r:id="rId26"/>
    <p:sldLayoutId id="2147484283" r:id="rId27"/>
    <p:sldLayoutId id="2147484284" r:id="rId28"/>
    <p:sldLayoutId id="2147484285" r:id="rId29"/>
    <p:sldLayoutId id="2147484286" r:id="rId30"/>
  </p:sldLayoutIdLst>
  <p:transition>
    <p:fade/>
  </p:transition>
  <p:hf hdr="0" dt="0"/>
  <p:txStyles>
    <p:title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p:titleStyle>
    <p:body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85" pos="3936" userDrawn="1">
          <p15:clr>
            <a:srgbClr val="F26B43"/>
          </p15:clr>
        </p15:guide>
        <p15:guide id="87" orient="horz" pos="4104" userDrawn="1">
          <p15:clr>
            <a:srgbClr val="F26B43"/>
          </p15:clr>
        </p15:guide>
        <p15:guide id="88" orient="horz" pos="1056" userDrawn="1">
          <p15:clr>
            <a:srgbClr val="F26B43"/>
          </p15:clr>
        </p15:guide>
        <p15:guide id="89" pos="3840" userDrawn="1">
          <p15:clr>
            <a:srgbClr val="F26B43"/>
          </p15:clr>
        </p15:guide>
        <p15:guide id="90" pos="7392" userDrawn="1">
          <p15:clr>
            <a:srgbClr val="F26B43"/>
          </p15:clr>
        </p15:guide>
        <p15:guide id="91" orient="horz" pos="216" userDrawn="1">
          <p15:clr>
            <a:srgbClr val="F26B43"/>
          </p15:clr>
        </p15:guide>
        <p15:guide id="92" orient="horz" pos="432" userDrawn="1">
          <p15:clr>
            <a:srgbClr val="F26B43"/>
          </p15:clr>
        </p15:guide>
        <p15:guide id="93" pos="288" userDrawn="1">
          <p15:clr>
            <a:srgbClr val="F26B43"/>
          </p15:clr>
        </p15:guide>
        <p15:guide id="94" pos="37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9.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9.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9.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9.xml"/><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C01BD-63B8-B2E2-936E-66D03B07EF35}"/>
            </a:ext>
          </a:extLst>
        </p:cNvPr>
        <p:cNvGrpSpPr/>
        <p:nvPr/>
      </p:nvGrpSpPr>
      <p:grpSpPr>
        <a:xfrm>
          <a:off x="0" y="0"/>
          <a:ext cx="0" cy="0"/>
          <a:chOff x="0" y="0"/>
          <a:chExt cx="0" cy="0"/>
        </a:xfrm>
      </p:grpSpPr>
      <p:sp>
        <p:nvSpPr>
          <p:cNvPr id="12" name="object 8">
            <a:extLst>
              <a:ext uri="{FF2B5EF4-FFF2-40B4-BE49-F238E27FC236}">
                <a16:creationId xmlns:a16="http://schemas.microsoft.com/office/drawing/2014/main" id="{04FDF89B-82B5-3D7A-0B95-7EA485AFD1E5}"/>
              </a:ext>
            </a:extLst>
          </p:cNvPr>
          <p:cNvSpPr/>
          <p:nvPr/>
        </p:nvSpPr>
        <p:spPr>
          <a:xfrm>
            <a:off x="233662" y="2914422"/>
            <a:ext cx="3240647" cy="3703353"/>
          </a:xfrm>
          <a:custGeom>
            <a:avLst/>
            <a:gdLst/>
            <a:ahLst/>
            <a:cxnLst/>
            <a:rect l="l" t="t" r="r" b="b"/>
            <a:pathLst>
              <a:path w="2075814" h="2875915">
                <a:moveTo>
                  <a:pt x="0" y="2875787"/>
                </a:moveTo>
                <a:lnTo>
                  <a:pt x="2075688" y="2875787"/>
                </a:lnTo>
                <a:lnTo>
                  <a:pt x="2075688" y="0"/>
                </a:lnTo>
                <a:lnTo>
                  <a:pt x="0" y="0"/>
                </a:lnTo>
                <a:lnTo>
                  <a:pt x="0" y="2875787"/>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2">
            <a:extLst>
              <a:ext uri="{FF2B5EF4-FFF2-40B4-BE49-F238E27FC236}">
                <a16:creationId xmlns:a16="http://schemas.microsoft.com/office/drawing/2014/main" id="{45AE8884-9478-4003-BD08-CAAE2168057F}"/>
              </a:ext>
            </a:extLst>
          </p:cNvPr>
          <p:cNvSpPr txBox="1"/>
          <p:nvPr/>
        </p:nvSpPr>
        <p:spPr>
          <a:xfrm>
            <a:off x="1162328" y="2809350"/>
            <a:ext cx="1383315" cy="354584"/>
          </a:xfrm>
          <a:prstGeom prst="rect">
            <a:avLst/>
          </a:prstGeom>
          <a:solidFill>
            <a:schemeClr val="bg1"/>
          </a:solidFill>
        </p:spPr>
        <p:txBody>
          <a:bodyPr vert="horz" wrap="square" lIns="0" tIns="15875" rIns="0" bIns="0" rtlCol="0">
            <a:spAutoFit/>
          </a:bodyPr>
          <a:lstStyle/>
          <a:p>
            <a:pPr marL="12700" marR="0" lvl="0" indent="0" algn="ctr" defTabSz="914400" rtl="0" eaLnBrk="1" fontAlgn="auto" latinLnBrk="0" hangingPunct="1">
              <a:lnSpc>
                <a:spcPct val="100000"/>
              </a:lnSpc>
              <a:spcBef>
                <a:spcPts val="125"/>
              </a:spcBef>
              <a:spcAft>
                <a:spcPts val="0"/>
              </a:spcAft>
              <a:buClrTx/>
              <a:buSzTx/>
              <a:buFontTx/>
              <a:buNone/>
              <a:tabLst/>
              <a:defRPr/>
            </a:pPr>
            <a:r>
              <a:rPr lang="en-US" sz="1100" b="1">
                <a:solidFill>
                  <a:srgbClr val="009A44"/>
                </a:solidFill>
                <a:latin typeface="Open Sans"/>
                <a:cs typeface="Arial"/>
              </a:rPr>
              <a:t>HABILIDADES CLAVE</a:t>
            </a:r>
            <a:endParaRPr kumimoji="0" lang="en-US" sz="1100" b="0" i="0" u="none" strike="noStrike" kern="1200" cap="none" spc="0" normalizeH="0" baseline="0" noProof="0">
              <a:ln>
                <a:noFill/>
              </a:ln>
              <a:solidFill>
                <a:srgbClr val="009A44"/>
              </a:solidFill>
              <a:effectLst/>
              <a:uLnTx/>
              <a:uFillTx/>
              <a:latin typeface="Open Sans"/>
              <a:ea typeface="+mn-ea"/>
              <a:cs typeface="Arial"/>
            </a:endParaRPr>
          </a:p>
        </p:txBody>
      </p:sp>
      <p:sp>
        <p:nvSpPr>
          <p:cNvPr id="18" name="object 14">
            <a:extLst>
              <a:ext uri="{FF2B5EF4-FFF2-40B4-BE49-F238E27FC236}">
                <a16:creationId xmlns:a16="http://schemas.microsoft.com/office/drawing/2014/main" id="{AECB965D-98FD-FB15-DE41-17D9FF5725EB}"/>
              </a:ext>
            </a:extLst>
          </p:cNvPr>
          <p:cNvSpPr/>
          <p:nvPr/>
        </p:nvSpPr>
        <p:spPr>
          <a:xfrm>
            <a:off x="3606493" y="2504098"/>
            <a:ext cx="8201794" cy="3280473"/>
          </a:xfrm>
          <a:custGeom>
            <a:avLst/>
            <a:gdLst/>
            <a:ahLst/>
            <a:cxnLst/>
            <a:rect l="l" t="t" r="r" b="b"/>
            <a:pathLst>
              <a:path w="6259195" h="3949065">
                <a:moveTo>
                  <a:pt x="0" y="3948684"/>
                </a:moveTo>
                <a:lnTo>
                  <a:pt x="6259067" y="3948684"/>
                </a:lnTo>
                <a:lnTo>
                  <a:pt x="6259067" y="0"/>
                </a:lnTo>
                <a:lnTo>
                  <a:pt x="0" y="0"/>
                </a:lnTo>
                <a:lnTo>
                  <a:pt x="0" y="3948684"/>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object 3">
            <a:extLst>
              <a:ext uri="{FF2B5EF4-FFF2-40B4-BE49-F238E27FC236}">
                <a16:creationId xmlns:a16="http://schemas.microsoft.com/office/drawing/2014/main" id="{BF855E11-80A4-9D91-D854-A4E573DDF290}"/>
              </a:ext>
            </a:extLst>
          </p:cNvPr>
          <p:cNvSpPr/>
          <p:nvPr/>
        </p:nvSpPr>
        <p:spPr>
          <a:xfrm>
            <a:off x="3608933" y="5924209"/>
            <a:ext cx="8201794" cy="680120"/>
          </a:xfrm>
          <a:custGeom>
            <a:avLst/>
            <a:gdLst/>
            <a:ahLst/>
            <a:cxnLst/>
            <a:rect l="l" t="t" r="r" b="b"/>
            <a:pathLst>
              <a:path w="6250305" h="1146175">
                <a:moveTo>
                  <a:pt x="0" y="1146048"/>
                </a:moveTo>
                <a:lnTo>
                  <a:pt x="6249923" y="1146048"/>
                </a:lnTo>
                <a:lnTo>
                  <a:pt x="6249923" y="0"/>
                </a:lnTo>
                <a:lnTo>
                  <a:pt x="0" y="0"/>
                </a:lnTo>
                <a:lnTo>
                  <a:pt x="0" y="1146048"/>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2" name="Group 21">
            <a:extLst>
              <a:ext uri="{FF2B5EF4-FFF2-40B4-BE49-F238E27FC236}">
                <a16:creationId xmlns:a16="http://schemas.microsoft.com/office/drawing/2014/main" id="{74C30423-0E13-98DA-1B3E-72AC806875E5}"/>
              </a:ext>
            </a:extLst>
          </p:cNvPr>
          <p:cNvGrpSpPr/>
          <p:nvPr/>
        </p:nvGrpSpPr>
        <p:grpSpPr>
          <a:xfrm>
            <a:off x="3606493" y="1273351"/>
            <a:ext cx="8201794" cy="1046670"/>
            <a:chOff x="3606493" y="1417853"/>
            <a:chExt cx="8201794" cy="1261810"/>
          </a:xfrm>
        </p:grpSpPr>
        <p:sp>
          <p:nvSpPr>
            <p:cNvPr id="8" name="object 3">
              <a:extLst>
                <a:ext uri="{FF2B5EF4-FFF2-40B4-BE49-F238E27FC236}">
                  <a16:creationId xmlns:a16="http://schemas.microsoft.com/office/drawing/2014/main" id="{490CFCC1-B7B0-C60B-D057-8CE19F99F99D}"/>
                </a:ext>
              </a:extLst>
            </p:cNvPr>
            <p:cNvSpPr/>
            <p:nvPr/>
          </p:nvSpPr>
          <p:spPr>
            <a:xfrm>
              <a:off x="3606493" y="1533488"/>
              <a:ext cx="8201794" cy="1146175"/>
            </a:xfrm>
            <a:custGeom>
              <a:avLst/>
              <a:gdLst/>
              <a:ahLst/>
              <a:cxnLst/>
              <a:rect l="l" t="t" r="r" b="b"/>
              <a:pathLst>
                <a:path w="6250305" h="1146175">
                  <a:moveTo>
                    <a:pt x="0" y="1146048"/>
                  </a:moveTo>
                  <a:lnTo>
                    <a:pt x="6249923" y="1146048"/>
                  </a:lnTo>
                  <a:lnTo>
                    <a:pt x="6249923" y="0"/>
                  </a:lnTo>
                  <a:lnTo>
                    <a:pt x="0" y="0"/>
                  </a:lnTo>
                  <a:lnTo>
                    <a:pt x="0" y="1146048"/>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1" name="Group 20">
              <a:extLst>
                <a:ext uri="{FF2B5EF4-FFF2-40B4-BE49-F238E27FC236}">
                  <a16:creationId xmlns:a16="http://schemas.microsoft.com/office/drawing/2014/main" id="{ECA2C912-3763-1C67-4385-B0A69DE297F5}"/>
                </a:ext>
              </a:extLst>
            </p:cNvPr>
            <p:cNvGrpSpPr/>
            <p:nvPr/>
          </p:nvGrpSpPr>
          <p:grpSpPr>
            <a:xfrm>
              <a:off x="3606493" y="1417853"/>
              <a:ext cx="2111295" cy="235666"/>
              <a:chOff x="3606493" y="1417853"/>
              <a:chExt cx="2111295" cy="235666"/>
            </a:xfrm>
          </p:grpSpPr>
          <p:sp>
            <p:nvSpPr>
              <p:cNvPr id="14" name="Rectangle 13">
                <a:extLst>
                  <a:ext uri="{FF2B5EF4-FFF2-40B4-BE49-F238E27FC236}">
                    <a16:creationId xmlns:a16="http://schemas.microsoft.com/office/drawing/2014/main" id="{34AD42EF-3036-A460-2D35-D5F65F0C3DB6}"/>
                  </a:ext>
                </a:extLst>
              </p:cNvPr>
              <p:cNvSpPr/>
              <p:nvPr/>
            </p:nvSpPr>
            <p:spPr>
              <a:xfrm>
                <a:off x="3606493" y="1417853"/>
                <a:ext cx="1828800" cy="2356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38" name="object 12">
                <a:extLst>
                  <a:ext uri="{FF2B5EF4-FFF2-40B4-BE49-F238E27FC236}">
                    <a16:creationId xmlns:a16="http://schemas.microsoft.com/office/drawing/2014/main" id="{00566FA7-340A-EEFB-124B-4C9BE979EC93}"/>
                  </a:ext>
                </a:extLst>
              </p:cNvPr>
              <p:cNvSpPr txBox="1"/>
              <p:nvPr/>
            </p:nvSpPr>
            <p:spPr>
              <a:xfrm>
                <a:off x="3654118" y="1420062"/>
                <a:ext cx="2063670" cy="189288"/>
              </a:xfrm>
              <a:prstGeom prst="rect">
                <a:avLst/>
              </a:prstGeom>
              <a:solidFill>
                <a:schemeClr val="bg1"/>
              </a:solidFill>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kumimoji="0" lang="en-US" sz="1200" b="1" i="0" u="none" strike="noStrike" kern="1200" cap="none" spc="0" normalizeH="0" baseline="0" noProof="0">
                    <a:ln>
                      <a:noFill/>
                    </a:ln>
                    <a:solidFill>
                      <a:srgbClr val="009A44"/>
                    </a:solidFill>
                    <a:effectLst/>
                    <a:uLnTx/>
                    <a:uFillTx/>
                    <a:latin typeface="Open Sans"/>
                    <a:ea typeface="+mn-ea"/>
                    <a:cs typeface="Arial"/>
                  </a:rPr>
                  <a:t>RESUMEN EJECUTIVO</a:t>
                </a:r>
                <a:endParaRPr kumimoji="0" lang="en-US" sz="1200" b="0" i="0" u="none" strike="noStrike" kern="1200" cap="none" spc="0" normalizeH="0" baseline="0" noProof="0">
                  <a:ln>
                    <a:noFill/>
                  </a:ln>
                  <a:solidFill>
                    <a:srgbClr val="009A44"/>
                  </a:solidFill>
                  <a:effectLst/>
                  <a:uLnTx/>
                  <a:uFillTx/>
                  <a:latin typeface="Open Sans"/>
                  <a:ea typeface="+mn-ea"/>
                  <a:cs typeface="Arial"/>
                </a:endParaRPr>
              </a:p>
            </p:txBody>
          </p:sp>
        </p:grpSp>
      </p:grpSp>
      <p:sp>
        <p:nvSpPr>
          <p:cNvPr id="23" name="Rectangle 22">
            <a:extLst>
              <a:ext uri="{FF2B5EF4-FFF2-40B4-BE49-F238E27FC236}">
                <a16:creationId xmlns:a16="http://schemas.microsoft.com/office/drawing/2014/main" id="{9155796D-E664-F88D-5CB4-8ADB910F0623}"/>
              </a:ext>
            </a:extLst>
          </p:cNvPr>
          <p:cNvSpPr/>
          <p:nvPr/>
        </p:nvSpPr>
        <p:spPr>
          <a:xfrm>
            <a:off x="3606493" y="2706724"/>
            <a:ext cx="1828800" cy="2830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41" name="object 12">
            <a:extLst>
              <a:ext uri="{FF2B5EF4-FFF2-40B4-BE49-F238E27FC236}">
                <a16:creationId xmlns:a16="http://schemas.microsoft.com/office/drawing/2014/main" id="{732D36BC-06F5-369C-EC8C-1404682A76FA}"/>
              </a:ext>
            </a:extLst>
          </p:cNvPr>
          <p:cNvSpPr txBox="1"/>
          <p:nvPr/>
        </p:nvSpPr>
        <p:spPr>
          <a:xfrm>
            <a:off x="3666083" y="2408135"/>
            <a:ext cx="1916111" cy="200696"/>
          </a:xfrm>
          <a:prstGeom prst="rect">
            <a:avLst/>
          </a:prstGeom>
          <a:solidFill>
            <a:schemeClr val="bg1"/>
          </a:solidFill>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lang="en-US" sz="1200" b="1">
                <a:solidFill>
                  <a:srgbClr val="009A44"/>
                </a:solidFill>
                <a:latin typeface="Open Sans"/>
                <a:cs typeface="Arial"/>
              </a:rPr>
              <a:t>EXPERIENCIA LABORAL</a:t>
            </a:r>
            <a:endParaRPr kumimoji="0" lang="en-US" sz="1200" b="0" i="0" u="none" strike="noStrike" kern="1200" cap="none" spc="0" normalizeH="0" baseline="0" noProof="0">
              <a:ln>
                <a:noFill/>
              </a:ln>
              <a:solidFill>
                <a:srgbClr val="009A44"/>
              </a:solidFill>
              <a:effectLst/>
              <a:uLnTx/>
              <a:uFillTx/>
              <a:latin typeface="Open Sans"/>
              <a:ea typeface="+mn-ea"/>
              <a:cs typeface="Arial"/>
            </a:endParaRPr>
          </a:p>
        </p:txBody>
      </p:sp>
      <p:sp>
        <p:nvSpPr>
          <p:cNvPr id="28" name="Rectangle 27">
            <a:extLst>
              <a:ext uri="{FF2B5EF4-FFF2-40B4-BE49-F238E27FC236}">
                <a16:creationId xmlns:a16="http://schemas.microsoft.com/office/drawing/2014/main" id="{5AF163B6-6771-4F8A-22A7-66340F93366A}"/>
              </a:ext>
            </a:extLst>
          </p:cNvPr>
          <p:cNvSpPr/>
          <p:nvPr/>
        </p:nvSpPr>
        <p:spPr>
          <a:xfrm>
            <a:off x="3609245" y="5695609"/>
            <a:ext cx="18288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27" name="object 12">
            <a:extLst>
              <a:ext uri="{FF2B5EF4-FFF2-40B4-BE49-F238E27FC236}">
                <a16:creationId xmlns:a16="http://schemas.microsoft.com/office/drawing/2014/main" id="{54F40747-2641-8411-92C3-0ADB586B565E}"/>
              </a:ext>
            </a:extLst>
          </p:cNvPr>
          <p:cNvSpPr txBox="1"/>
          <p:nvPr/>
        </p:nvSpPr>
        <p:spPr>
          <a:xfrm>
            <a:off x="3654118" y="5925625"/>
            <a:ext cx="1916111" cy="200696"/>
          </a:xfrm>
          <a:prstGeom prst="rect">
            <a:avLst/>
          </a:prstGeom>
          <a:solidFill>
            <a:schemeClr val="bg1"/>
          </a:solidFill>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kumimoji="0" lang="en-US" sz="1200" b="1" i="0" u="none" strike="noStrike" kern="1200" cap="none" spc="0" normalizeH="0" baseline="0" noProof="0" dirty="0">
                <a:ln>
                  <a:noFill/>
                </a:ln>
                <a:solidFill>
                  <a:srgbClr val="009A44"/>
                </a:solidFill>
                <a:effectLst/>
                <a:uLnTx/>
                <a:uFillTx/>
                <a:latin typeface="Open Sans"/>
                <a:ea typeface="+mn-ea"/>
                <a:cs typeface="Arial"/>
              </a:rPr>
              <a:t>Industrias</a:t>
            </a:r>
          </a:p>
        </p:txBody>
      </p:sp>
      <p:sp>
        <p:nvSpPr>
          <p:cNvPr id="63" name="Title 1">
            <a:extLst>
              <a:ext uri="{FF2B5EF4-FFF2-40B4-BE49-F238E27FC236}">
                <a16:creationId xmlns:a16="http://schemas.microsoft.com/office/drawing/2014/main" id="{B5715BB5-E3AC-C60F-43D3-1E0E64777FF3}"/>
              </a:ext>
            </a:extLst>
          </p:cNvPr>
          <p:cNvSpPr>
            <a:spLocks noGrp="1"/>
          </p:cNvSpPr>
          <p:nvPr>
            <p:ph type="title"/>
          </p:nvPr>
        </p:nvSpPr>
        <p:spPr>
          <a:xfrm>
            <a:off x="457200" y="639832"/>
            <a:ext cx="11106150" cy="479076"/>
          </a:xfrm>
        </p:spPr>
        <p:txBody>
          <a:bodyPr vert="horz" lIns="0" tIns="45720" rIns="0" bIns="0" rtlCol="0" anchor="b" anchorCtr="0">
            <a:noAutofit/>
          </a:bodyPr>
          <a:lstStyle/>
          <a:p>
            <a:br>
              <a:rPr lang="es-MX" dirty="0"/>
            </a:br>
            <a:br>
              <a:rPr lang="es-MX" dirty="0"/>
            </a:br>
            <a:br>
              <a:rPr lang="en-US" dirty="0"/>
            </a:br>
            <a:r>
              <a:rPr lang="es-MX" sz="2800" dirty="0">
                <a:latin typeface="Open Sans" panose="020B0606030504020204" pitchFamily="34" charset="0"/>
                <a:ea typeface="Open Sans" panose="020B0606030504020204" pitchFamily="34" charset="0"/>
                <a:cs typeface="Open Sans" panose="020B0606030504020204" pitchFamily="34" charset="0"/>
              </a:rPr>
              <a:t>Daniel Gutiérrez Restrepo</a:t>
            </a:r>
            <a:endParaRPr lang="en-US" sz="3600" spc="-40" dirty="0">
              <a:latin typeface="Open Sans" panose="020B0606030504020204" pitchFamily="34" charset="0"/>
              <a:ea typeface="Open Sans" panose="020B0606030504020204" pitchFamily="34" charset="0"/>
              <a:cs typeface="Open Sans" panose="020B0606030504020204" pitchFamily="34" charset="0"/>
            </a:endParaRPr>
          </a:p>
        </p:txBody>
      </p:sp>
      <p:sp>
        <p:nvSpPr>
          <p:cNvPr id="65" name="Text Placeholder 6">
            <a:extLst>
              <a:ext uri="{FF2B5EF4-FFF2-40B4-BE49-F238E27FC236}">
                <a16:creationId xmlns:a16="http://schemas.microsoft.com/office/drawing/2014/main" id="{9FF41BA1-3533-B158-E74F-651C301A1BC0}"/>
              </a:ext>
            </a:extLst>
          </p:cNvPr>
          <p:cNvSpPr txBox="1">
            <a:spLocks/>
          </p:cNvSpPr>
          <p:nvPr/>
        </p:nvSpPr>
        <p:spPr>
          <a:xfrm>
            <a:off x="457200" y="434413"/>
            <a:ext cx="8156448" cy="203200"/>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Clr>
                <a:schemeClr val="accent5"/>
              </a:buClr>
              <a:buSzPct val="75000"/>
              <a:buFont typeface="Arial" panose="020B0604020202020204" pitchFamily="34" charset="0"/>
              <a:buNone/>
              <a:defRPr lang="en-US" sz="900" b="1" kern="0" cap="all" spc="250" baseline="0" dirty="0">
                <a:solidFill>
                  <a:schemeClr val="bg1">
                    <a:lumMod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
                <a:srgbClr val="787878"/>
              </a:buClr>
              <a:buSzPct val="75000"/>
              <a:buFont typeface="Arial" panose="020B0604020202020204" pitchFamily="34" charset="0"/>
              <a:buNone/>
              <a:tabLst/>
              <a:defRPr/>
            </a:pPr>
            <a:r>
              <a:rPr kumimoji="0" lang="en-US" sz="900" b="1" i="0" u="none" strike="noStrike" kern="0" cap="all" spc="250" normalizeH="0" baseline="0" noProof="0">
                <a:ln>
                  <a:noFill/>
                </a:ln>
                <a:solidFill>
                  <a:srgbClr val="FFFFFF">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Operation excellence</a:t>
            </a:r>
          </a:p>
        </p:txBody>
      </p:sp>
      <p:sp>
        <p:nvSpPr>
          <p:cNvPr id="70" name="object 9">
            <a:extLst>
              <a:ext uri="{FF2B5EF4-FFF2-40B4-BE49-F238E27FC236}">
                <a16:creationId xmlns:a16="http://schemas.microsoft.com/office/drawing/2014/main" id="{B2CBF717-E980-F41A-7B48-E856140C760C}"/>
              </a:ext>
            </a:extLst>
          </p:cNvPr>
          <p:cNvSpPr txBox="1"/>
          <p:nvPr/>
        </p:nvSpPr>
        <p:spPr>
          <a:xfrm>
            <a:off x="285997" y="5764871"/>
            <a:ext cx="3044483" cy="515526"/>
          </a:xfrm>
          <a:prstGeom prst="rect">
            <a:avLst/>
          </a:prstGeom>
        </p:spPr>
        <p:txBody>
          <a:bodyPr vert="horz" wrap="square" lIns="0" tIns="12700" rIns="0" bIns="0" rtlCol="0">
            <a:spAutoFit/>
          </a:bodyPr>
          <a:lstStyle/>
          <a:p>
            <a:pPr marL="12065" marR="0" lvl="0" indent="0" algn="l" defTabSz="914400" rtl="0" eaLnBrk="1" fontAlgn="auto" latinLnBrk="0" hangingPunct="1">
              <a:lnSpc>
                <a:spcPct val="100000"/>
              </a:lnSpc>
              <a:spcBef>
                <a:spcPts val="100"/>
              </a:spcBef>
              <a:spcAft>
                <a:spcPts val="0"/>
              </a:spcAft>
              <a:buClrTx/>
              <a:buSzTx/>
              <a:buFontTx/>
              <a:buNone/>
              <a:tabLst>
                <a:tab pos="184785" algn="l"/>
                <a:tab pos="185420" algn="l"/>
              </a:tabLst>
              <a:defRPr/>
            </a:pPr>
            <a:r>
              <a:rPr lang="en-US" sz="1100" b="1">
                <a:solidFill>
                  <a:srgbClr val="6FC2B4"/>
                </a:solidFill>
                <a:latin typeface="Open Sans" panose="020B0606030504020204" pitchFamily="34" charset="0"/>
                <a:ea typeface="Open Sans" panose="020B0606030504020204" pitchFamily="34" charset="0"/>
                <a:cs typeface="Open Sans" panose="020B0606030504020204" pitchFamily="34" charset="0"/>
              </a:rPr>
              <a:t>IDIOMAS</a:t>
            </a:r>
            <a:endParaRPr kumimoji="0" lang="en-US" sz="1100" b="1" i="0" u="none" strike="noStrike" kern="1200" cap="none" spc="0" normalizeH="0" baseline="0" noProof="0">
              <a:ln>
                <a:noFill/>
              </a:ln>
              <a:solidFill>
                <a:srgbClr val="6FC2B4"/>
              </a:solidFill>
              <a:uLnTx/>
              <a:uFillTx/>
              <a:latin typeface="Open Sans" panose="020B0606030504020204" pitchFamily="34" charset="0"/>
              <a:ea typeface="Open Sans" panose="020B0606030504020204" pitchFamily="34" charset="0"/>
              <a:cs typeface="Open Sans" panose="020B0606030504020204" pitchFamily="34" charset="0"/>
            </a:endParaRPr>
          </a:p>
          <a:p>
            <a:pPr marL="183515" marR="0" lvl="0" indent="-171450" algn="l" defTabSz="914400" rtl="0" eaLnBrk="1" fontAlgn="auto" latinLnBrk="0" hangingPunct="1">
              <a:lnSpc>
                <a:spcPct val="100000"/>
              </a:lnSpc>
              <a:spcBef>
                <a:spcPts val="100"/>
              </a:spcBef>
              <a:spcAft>
                <a:spcPts val="0"/>
              </a:spcAft>
              <a:buClr>
                <a:srgbClr val="009A44"/>
              </a:buClr>
              <a:buSzPct val="140000"/>
              <a:buFont typeface="Arial" panose="020B0604020202020204" pitchFamily="34" charset="0"/>
              <a:buChar char="•"/>
              <a:tabLst>
                <a:tab pos="184785" algn="l"/>
                <a:tab pos="185420" algn="l"/>
              </a:tabLst>
              <a:defRPr/>
            </a:pPr>
            <a:r>
              <a:rPr lang="en-US" sz="1000">
                <a:latin typeface="Open Sans" panose="020B0606030504020204" pitchFamily="34" charset="0"/>
                <a:ea typeface="Open Sans" panose="020B0606030504020204" pitchFamily="34" charset="0"/>
                <a:cs typeface="Open Sans" panose="020B0606030504020204" pitchFamily="34" charset="0"/>
              </a:rPr>
              <a:t>Idioma 1 - Nivel</a:t>
            </a:r>
          </a:p>
          <a:p>
            <a:pPr marL="183515" marR="0" lvl="0" indent="-171450" algn="l" defTabSz="914400" rtl="0" eaLnBrk="1" fontAlgn="auto" latinLnBrk="0" hangingPunct="1">
              <a:lnSpc>
                <a:spcPct val="100000"/>
              </a:lnSpc>
              <a:spcBef>
                <a:spcPts val="100"/>
              </a:spcBef>
              <a:spcAft>
                <a:spcPts val="0"/>
              </a:spcAft>
              <a:buClr>
                <a:srgbClr val="009A44"/>
              </a:buClr>
              <a:buSzPct val="140000"/>
              <a:buFont typeface="Arial" panose="020B0604020202020204" pitchFamily="34" charset="0"/>
              <a:buChar char="•"/>
              <a:tabLst>
                <a:tab pos="184785" algn="l"/>
                <a:tab pos="185420" algn="l"/>
              </a:tabLst>
              <a:defRPr/>
            </a:pPr>
            <a:r>
              <a:rPr lang="en-US" sz="1000">
                <a:latin typeface="Open Sans" panose="020B0606030504020204" pitchFamily="34" charset="0"/>
                <a:ea typeface="Open Sans" panose="020B0606030504020204" pitchFamily="34" charset="0"/>
                <a:cs typeface="Open Sans" panose="020B0606030504020204" pitchFamily="34" charset="0"/>
              </a:rPr>
              <a:t>Idioma 2 - Nivel</a:t>
            </a:r>
          </a:p>
        </p:txBody>
      </p:sp>
      <p:sp>
        <p:nvSpPr>
          <p:cNvPr id="73" name="TextBox 72">
            <a:extLst>
              <a:ext uri="{FF2B5EF4-FFF2-40B4-BE49-F238E27FC236}">
                <a16:creationId xmlns:a16="http://schemas.microsoft.com/office/drawing/2014/main" id="{019E964D-7053-26BA-C8C8-13B071E0007B}"/>
              </a:ext>
            </a:extLst>
          </p:cNvPr>
          <p:cNvSpPr txBox="1"/>
          <p:nvPr/>
        </p:nvSpPr>
        <p:spPr>
          <a:xfrm>
            <a:off x="3600882" y="1568341"/>
            <a:ext cx="8201795" cy="246221"/>
          </a:xfrm>
          <a:prstGeom prst="rect">
            <a:avLst/>
          </a:prstGeom>
          <a:noFill/>
        </p:spPr>
        <p:txBody>
          <a:bodyPr wrap="square">
            <a:spAutoFit/>
          </a:bodyPr>
          <a:lstStyle/>
          <a:p>
            <a:r>
              <a:rPr lang="es-MX" altLang="es-419" sz="1000" dirty="0">
                <a:latin typeface="Open Sans" panose="020B0606030504020204" pitchFamily="34" charset="0"/>
                <a:ea typeface="Open Sans" panose="020B0606030504020204" pitchFamily="34" charset="0"/>
                <a:cs typeface="Open Sans" panose="020B0606030504020204" pitchFamily="34" charset="0"/>
              </a:rPr>
              <a:t>Información principal sobre perfil profesional de la persona.</a:t>
            </a:r>
            <a:endParaRPr lang="en-US" sz="1000" b="0" i="0" dirty="0">
              <a:solidFill>
                <a:srgbClr val="009A44"/>
              </a:solidFill>
              <a:effectLst/>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Placeholder 12">
            <a:extLst>
              <a:ext uri="{FF2B5EF4-FFF2-40B4-BE49-F238E27FC236}">
                <a16:creationId xmlns:a16="http://schemas.microsoft.com/office/drawing/2014/main" id="{BF43A6EE-D56B-A556-0941-404740FF4C26}"/>
              </a:ext>
            </a:extLst>
          </p:cNvPr>
          <p:cNvSpPr txBox="1">
            <a:spLocks/>
          </p:cNvSpPr>
          <p:nvPr/>
        </p:nvSpPr>
        <p:spPr>
          <a:xfrm>
            <a:off x="3654118" y="6099101"/>
            <a:ext cx="3785068" cy="505228"/>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SzPct val="140000"/>
              <a:buFont typeface="Courier New" panose="02070309020205020404" pitchFamily="49" charset="0"/>
              <a:buChar char="o"/>
            </a:pPr>
            <a:r>
              <a:rPr lang="es-MX" sz="1000">
                <a:solidFill>
                  <a:srgbClr val="091D09"/>
                </a:solidFill>
                <a:latin typeface="Open Sans" panose="020B0606030504020204" pitchFamily="34" charset="0"/>
                <a:ea typeface="Open Sans" panose="020B0606030504020204" pitchFamily="34" charset="0"/>
                <a:cs typeface="Open Sans" panose="020B0606030504020204" pitchFamily="34" charset="0"/>
              </a:rPr>
              <a:t>Cliente 1</a:t>
            </a:r>
          </a:p>
          <a:p>
            <a:pPr algn="l">
              <a:buSzPct val="140000"/>
              <a:buFont typeface="Courier New" panose="02070309020205020404" pitchFamily="49" charset="0"/>
              <a:buChar char="o"/>
            </a:pPr>
            <a:r>
              <a:rPr lang="es-MX" sz="1000">
                <a:solidFill>
                  <a:srgbClr val="091D09"/>
                </a:solidFill>
                <a:latin typeface="Open Sans" panose="020B0606030504020204" pitchFamily="34" charset="0"/>
                <a:ea typeface="Open Sans" panose="020B0606030504020204" pitchFamily="34" charset="0"/>
                <a:cs typeface="Open Sans" panose="020B0606030504020204" pitchFamily="34" charset="0"/>
              </a:rPr>
              <a:t>Cliente 2</a:t>
            </a:r>
            <a:endParaRPr lang="es-ES_tradnl" sz="1000">
              <a:solidFill>
                <a:srgbClr val="091D09"/>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3">
            <a:extLst>
              <a:ext uri="{FF2B5EF4-FFF2-40B4-BE49-F238E27FC236}">
                <a16:creationId xmlns:a16="http://schemas.microsoft.com/office/drawing/2014/main" id="{56A64065-B765-9125-61F4-60ACDA9D5806}"/>
              </a:ext>
            </a:extLst>
          </p:cNvPr>
          <p:cNvSpPr txBox="1">
            <a:spLocks/>
          </p:cNvSpPr>
          <p:nvPr/>
        </p:nvSpPr>
        <p:spPr>
          <a:xfrm>
            <a:off x="1842117" y="1492847"/>
            <a:ext cx="1559432" cy="77410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009A44"/>
                </a:solidFill>
                <a:latin typeface="Open Sans" panose="020B0606030504020204" pitchFamily="34" charset="0"/>
                <a:ea typeface="Open Sans" panose="020B0606030504020204" pitchFamily="34" charset="0"/>
                <a:cs typeface="Open Sans" panose="020B0606030504020204" pitchFamily="34" charset="0"/>
              </a:rPr>
              <a:t>Consultor Senior</a:t>
            </a:r>
            <a:endParaRPr lang="en-US" sz="1100" dirty="0">
              <a:solidFill>
                <a:srgbClr val="009A44"/>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1100" dirty="0">
                <a:latin typeface="Open Sans" panose="020B0606030504020204" pitchFamily="34" charset="0"/>
                <a:ea typeface="Open Sans" panose="020B0606030504020204" pitchFamily="34" charset="0"/>
                <a:cs typeface="Open Sans" panose="020B0606030504020204" pitchFamily="34" charset="0"/>
              </a:rPr>
              <a:t>AI &amp; Data</a:t>
            </a:r>
            <a:endParaRPr lang="en-US" dirty="0"/>
          </a:p>
          <a:p>
            <a:pPr marL="0" indent="0">
              <a:buNone/>
            </a:pPr>
            <a:endParaRPr lang="en-US" dirty="0"/>
          </a:p>
          <a:p>
            <a:endParaRPr lang="en-US" dirty="0"/>
          </a:p>
        </p:txBody>
      </p:sp>
      <p:sp>
        <p:nvSpPr>
          <p:cNvPr id="7" name="TextBox 6">
            <a:extLst>
              <a:ext uri="{FF2B5EF4-FFF2-40B4-BE49-F238E27FC236}">
                <a16:creationId xmlns:a16="http://schemas.microsoft.com/office/drawing/2014/main" id="{589E1C80-4AF5-9E07-E317-80457C085CA1}"/>
              </a:ext>
            </a:extLst>
          </p:cNvPr>
          <p:cNvSpPr txBox="1"/>
          <p:nvPr/>
        </p:nvSpPr>
        <p:spPr>
          <a:xfrm>
            <a:off x="3545751" y="2620204"/>
            <a:ext cx="8646249" cy="3370153"/>
          </a:xfrm>
          <a:prstGeom prst="rect">
            <a:avLst/>
          </a:prstGeom>
          <a:noFill/>
        </p:spPr>
        <p:txBody>
          <a:bodyPr wrap="square">
            <a:spAutoFit/>
          </a:bodyPr>
          <a:lstStyle/>
          <a:p>
            <a:pPr algn="just" fontAlgn="base"/>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Empresa 1 | Puesto |  </a:t>
            </a:r>
            <a:r>
              <a:rPr lang="en-US" sz="1000" b="1" dirty="0" err="1">
                <a:solidFill>
                  <a:srgbClr val="6FC2B4"/>
                </a:solidFill>
                <a:latin typeface="Open Sans" panose="020B0606030504020204" pitchFamily="34" charset="0"/>
                <a:ea typeface="Open Sans" panose="020B0606030504020204" pitchFamily="34" charset="0"/>
                <a:cs typeface="Open Sans" panose="020B0606030504020204" pitchFamily="34" charset="0"/>
              </a:rPr>
              <a:t>Cliente</a:t>
            </a:r>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 | </a:t>
            </a:r>
            <a:r>
              <a:rPr lang="en-US" sz="1000" b="1" dirty="0" err="1">
                <a:solidFill>
                  <a:srgbClr val="6FC2B4"/>
                </a:solidFill>
                <a:latin typeface="Open Sans" panose="020B0606030504020204" pitchFamily="34" charset="0"/>
                <a:ea typeface="Open Sans" panose="020B0606030504020204" pitchFamily="34" charset="0"/>
                <a:cs typeface="Open Sans" panose="020B0606030504020204" pitchFamily="34" charset="0"/>
              </a:rPr>
              <a:t>Fecha</a:t>
            </a:r>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 (Mes y </a:t>
            </a:r>
            <a:r>
              <a:rPr lang="en-US" sz="1000" b="1" dirty="0" err="1">
                <a:solidFill>
                  <a:srgbClr val="6FC2B4"/>
                </a:solidFill>
                <a:latin typeface="Open Sans" panose="020B0606030504020204" pitchFamily="34" charset="0"/>
                <a:ea typeface="Open Sans" panose="020B0606030504020204" pitchFamily="34" charset="0"/>
                <a:cs typeface="Open Sans" panose="020B0606030504020204" pitchFamily="34" charset="0"/>
              </a:rPr>
              <a:t>año</a:t>
            </a:r>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 – </a:t>
            </a:r>
            <a:r>
              <a:rPr lang="en-US" sz="1000" b="1" dirty="0" err="1">
                <a:solidFill>
                  <a:srgbClr val="6FC2B4"/>
                </a:solidFill>
                <a:latin typeface="Open Sans" panose="020B0606030504020204" pitchFamily="34" charset="0"/>
                <a:ea typeface="Open Sans" panose="020B0606030504020204" pitchFamily="34" charset="0"/>
                <a:cs typeface="Open Sans" panose="020B0606030504020204" pitchFamily="34" charset="0"/>
              </a:rPr>
              <a:t>Actualidad</a:t>
            </a:r>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a:t>
            </a:r>
          </a:p>
          <a:p>
            <a:pPr algn="just" fontAlgn="base"/>
            <a:endPar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Descripción</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de las </a:t>
            </a: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principales</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actividades</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ejecutadas</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durante</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la </a:t>
            </a: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experiencia</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endParaRPr lang="en-US" sz="1000"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endPar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endParaRPr lang="en-US" sz="1000"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endParaRPr lang="en-US" sz="1000"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endParaRPr lang="en-US" sz="1000"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algn="just" fontAlgn="base"/>
            <a:endParaRPr lang="en-US" sz="1000"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algn="just" fontAlgn="base"/>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Empresa 2 | Puesto |  </a:t>
            </a:r>
            <a:r>
              <a:rPr lang="en-US" sz="1000" b="1" dirty="0" err="1">
                <a:solidFill>
                  <a:srgbClr val="6FC2B4"/>
                </a:solidFill>
                <a:latin typeface="Open Sans" panose="020B0606030504020204" pitchFamily="34" charset="0"/>
                <a:ea typeface="Open Sans" panose="020B0606030504020204" pitchFamily="34" charset="0"/>
                <a:cs typeface="Open Sans" panose="020B0606030504020204" pitchFamily="34" charset="0"/>
              </a:rPr>
              <a:t>Cliente</a:t>
            </a:r>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 | </a:t>
            </a:r>
            <a:r>
              <a:rPr lang="en-US" sz="1000" b="1" dirty="0" err="1">
                <a:solidFill>
                  <a:srgbClr val="6FC2B4"/>
                </a:solidFill>
                <a:latin typeface="Open Sans" panose="020B0606030504020204" pitchFamily="34" charset="0"/>
                <a:ea typeface="Open Sans" panose="020B0606030504020204" pitchFamily="34" charset="0"/>
                <a:cs typeface="Open Sans" panose="020B0606030504020204" pitchFamily="34" charset="0"/>
              </a:rPr>
              <a:t>Fecha</a:t>
            </a:r>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 (Mes y </a:t>
            </a:r>
            <a:r>
              <a:rPr lang="en-US" sz="1000" b="1" dirty="0" err="1">
                <a:solidFill>
                  <a:srgbClr val="6FC2B4"/>
                </a:solidFill>
                <a:latin typeface="Open Sans" panose="020B0606030504020204" pitchFamily="34" charset="0"/>
                <a:ea typeface="Open Sans" panose="020B0606030504020204" pitchFamily="34" charset="0"/>
                <a:cs typeface="Open Sans" panose="020B0606030504020204" pitchFamily="34" charset="0"/>
              </a:rPr>
              <a:t>año</a:t>
            </a:r>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 – Mes y </a:t>
            </a:r>
            <a:r>
              <a:rPr lang="en-US" sz="1000" b="1" dirty="0" err="1">
                <a:solidFill>
                  <a:srgbClr val="6FC2B4"/>
                </a:solidFill>
                <a:latin typeface="Open Sans" panose="020B0606030504020204" pitchFamily="34" charset="0"/>
                <a:ea typeface="Open Sans" panose="020B0606030504020204" pitchFamily="34" charset="0"/>
                <a:cs typeface="Open Sans" panose="020B0606030504020204" pitchFamily="34" charset="0"/>
              </a:rPr>
              <a:t>año</a:t>
            </a:r>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a:t>
            </a:r>
          </a:p>
          <a:p>
            <a:pPr algn="just" defTabSz="1217613" eaLnBrk="0" fontAlgn="base" hangingPunct="0">
              <a:spcBef>
                <a:spcPts val="200"/>
              </a:spcBef>
              <a:spcAft>
                <a:spcPct val="0"/>
              </a:spcAft>
              <a:buSzPct val="140000"/>
              <a:defRPr/>
            </a:pPr>
            <a:endParaRPr lang="es-MX" sz="1000" b="1"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Descripción</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de las </a:t>
            </a: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principales</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actividades</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ejecutadas</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durante</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la </a:t>
            </a: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experiencia</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a:t>
            </a:r>
          </a:p>
          <a:p>
            <a:pPr defTabSz="1217613" eaLnBrk="0" fontAlgn="base" hangingPunct="0">
              <a:spcBef>
                <a:spcPts val="200"/>
              </a:spcBef>
              <a:spcAft>
                <a:spcPct val="0"/>
              </a:spcAft>
              <a:buClr>
                <a:srgbClr val="009A44"/>
              </a:buClr>
              <a:buSzPct val="140000"/>
              <a:defRPr/>
            </a:pPr>
            <a:endParaRPr lang="es-MX" sz="1000" dirty="0">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endParaRPr lang="es-MX" sz="1000" dirty="0">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endParaRPr lang="es-MX" sz="1000" dirty="0">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endParaRPr lang="es-MX" sz="1000" dirty="0">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endParaRPr lang="es-MX" sz="1000" dirty="0">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endParaRPr lang="es-MX" sz="1000" dirty="0">
              <a:latin typeface="Open Sans" panose="020B0606030504020204" pitchFamily="34" charset="0"/>
              <a:ea typeface="Open Sans" panose="020B0606030504020204" pitchFamily="34" charset="0"/>
              <a:cs typeface="Open Sans" panose="020B0606030504020204" pitchFamily="34" charset="0"/>
            </a:endParaRPr>
          </a:p>
          <a:p>
            <a:pPr algn="just" defTabSz="1217613" eaLnBrk="0" fontAlgn="base" hangingPunct="0">
              <a:spcBef>
                <a:spcPts val="200"/>
              </a:spcBef>
              <a:spcAft>
                <a:spcPct val="0"/>
              </a:spcAft>
              <a:buSzPct val="140000"/>
              <a:defRPr/>
            </a:pPr>
            <a:endParaRPr lang="en-US" sz="800" b="1"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Placeholder 20">
            <a:extLst>
              <a:ext uri="{FF2B5EF4-FFF2-40B4-BE49-F238E27FC236}">
                <a16:creationId xmlns:a16="http://schemas.microsoft.com/office/drawing/2014/main" id="{6869BA9F-8790-E895-59AD-57FC830408F1}"/>
              </a:ext>
            </a:extLst>
          </p:cNvPr>
          <p:cNvSpPr txBox="1">
            <a:spLocks/>
          </p:cNvSpPr>
          <p:nvPr/>
        </p:nvSpPr>
        <p:spPr>
          <a:xfrm>
            <a:off x="224005" y="3178538"/>
            <a:ext cx="3359896" cy="2632283"/>
          </a:xfrm>
          <a:prstGeom prst="rect">
            <a:avLst/>
          </a:prstGeom>
        </p:spPr>
        <p:txBody>
          <a:bodyPr>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200"/>
              </a:spcBef>
              <a:spcAft>
                <a:spcPct val="0"/>
              </a:spcAft>
              <a:buClr>
                <a:srgbClr val="009A44"/>
              </a:buClr>
              <a:buSzPct val="140000"/>
            </a:pPr>
            <a:r>
              <a:rPr lang="es-MX" altLang="es-MX" sz="3100" dirty="0">
                <a:latin typeface="Open Sans" panose="020B0606030504020204" pitchFamily="34" charset="0"/>
                <a:ea typeface="Open Sans" panose="020B0606030504020204" pitchFamily="34" charset="0"/>
                <a:cs typeface="Open Sans" panose="020B0606030504020204" pitchFamily="34" charset="0"/>
              </a:rPr>
              <a:t>Habilidad clave 1 </a:t>
            </a:r>
          </a:p>
          <a:p>
            <a:pPr>
              <a:lnSpc>
                <a:spcPct val="120000"/>
              </a:lnSpc>
              <a:spcBef>
                <a:spcPts val="200"/>
              </a:spcBef>
              <a:spcAft>
                <a:spcPct val="0"/>
              </a:spcAft>
              <a:buClr>
                <a:srgbClr val="009A44"/>
              </a:buClr>
              <a:buSzPct val="140000"/>
            </a:pPr>
            <a:r>
              <a:rPr lang="es-MX" altLang="es-MX" sz="3100" dirty="0">
                <a:latin typeface="Open Sans" panose="020B0606030504020204" pitchFamily="34" charset="0"/>
                <a:ea typeface="Open Sans" panose="020B0606030504020204" pitchFamily="34" charset="0"/>
                <a:cs typeface="Open Sans" panose="020B0606030504020204" pitchFamily="34" charset="0"/>
              </a:rPr>
              <a:t>Habilidad clave 2 </a:t>
            </a:r>
          </a:p>
          <a:p>
            <a:pPr>
              <a:lnSpc>
                <a:spcPct val="120000"/>
              </a:lnSpc>
              <a:spcBef>
                <a:spcPts val="200"/>
              </a:spcBef>
              <a:spcAft>
                <a:spcPct val="0"/>
              </a:spcAft>
              <a:buClr>
                <a:srgbClr val="009A44"/>
              </a:buClr>
              <a:buSzPct val="140000"/>
            </a:pPr>
            <a:r>
              <a:rPr lang="es-MX" altLang="es-MX" sz="3100" dirty="0">
                <a:latin typeface="Open Sans" panose="020B0606030504020204" pitchFamily="34" charset="0"/>
                <a:ea typeface="Open Sans" panose="020B0606030504020204" pitchFamily="34" charset="0"/>
                <a:cs typeface="Open Sans" panose="020B0606030504020204" pitchFamily="34" charset="0"/>
              </a:rPr>
              <a:t>Habilidad clave 3</a:t>
            </a:r>
          </a:p>
          <a:p>
            <a:pPr>
              <a:lnSpc>
                <a:spcPct val="120000"/>
              </a:lnSpc>
              <a:spcBef>
                <a:spcPts val="200"/>
              </a:spcBef>
              <a:spcAft>
                <a:spcPct val="0"/>
              </a:spcAft>
              <a:buClr>
                <a:srgbClr val="009A44"/>
              </a:buClr>
              <a:buSzPct val="140000"/>
            </a:pPr>
            <a:r>
              <a:rPr lang="es-MX" altLang="es-MX" sz="3100" dirty="0">
                <a:latin typeface="Open Sans" panose="020B0606030504020204" pitchFamily="34" charset="0"/>
                <a:ea typeface="Open Sans" panose="020B0606030504020204" pitchFamily="34" charset="0"/>
                <a:cs typeface="Open Sans" panose="020B0606030504020204" pitchFamily="34" charset="0"/>
              </a:rPr>
              <a:t>Habilidad clave 4</a:t>
            </a:r>
          </a:p>
          <a:p>
            <a:pPr marL="0" indent="0" fontAlgn="base">
              <a:buNone/>
            </a:pPr>
            <a:r>
              <a:rPr lang="en-US" dirty="0">
                <a:solidFill>
                  <a:srgbClr val="009A44"/>
                </a:solidFill>
                <a:latin typeface="Open Sans" panose="020B0606030504020204" pitchFamily="34" charset="0"/>
                <a:ea typeface="Open Sans" panose="020B0606030504020204" pitchFamily="34" charset="0"/>
                <a:cs typeface="Open Sans" panose="020B0606030504020204" pitchFamily="34" charset="0"/>
              </a:rPr>
              <a:t>​</a:t>
            </a:r>
            <a:r>
              <a:rPr lang="en-US" b="1" dirty="0">
                <a:solidFill>
                  <a:srgbClr val="009A44"/>
                </a:solidFill>
                <a:latin typeface="Open Sans" panose="020B0606030504020204" pitchFamily="34" charset="0"/>
                <a:ea typeface="Open Sans" panose="020B0606030504020204" pitchFamily="34" charset="0"/>
                <a:cs typeface="Open Sans" panose="020B0606030504020204" pitchFamily="34" charset="0"/>
              </a:rPr>
              <a:t> </a:t>
            </a:r>
            <a:r>
              <a:rPr lang="en-US" sz="34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TECNOLOGÍAS - HERRAMIENTAS</a:t>
            </a:r>
            <a:endParaRPr lang="en-US" sz="3400"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buNone/>
            </a:pPr>
            <a:r>
              <a:rPr lang="es-MX" sz="3100" dirty="0" err="1">
                <a:latin typeface="Open Sans" panose="020B0606030504020204" pitchFamily="34" charset="0"/>
                <a:ea typeface="Open Sans" panose="020B0606030504020204" pitchFamily="34" charset="0"/>
                <a:cs typeface="Open Sans" panose="020B0606030504020204" pitchFamily="34" charset="0"/>
              </a:rPr>
              <a:t>PowerBI</a:t>
            </a:r>
            <a:r>
              <a:rPr lang="es-MX" sz="3100" dirty="0">
                <a:latin typeface="Open Sans" panose="020B0606030504020204" pitchFamily="34" charset="0"/>
                <a:ea typeface="Open Sans" panose="020B0606030504020204" pitchFamily="34" charset="0"/>
                <a:cs typeface="Open Sans" panose="020B0606030504020204" pitchFamily="34" charset="0"/>
              </a:rPr>
              <a:t>, Java, </a:t>
            </a:r>
            <a:r>
              <a:rPr lang="es-MX" sz="3100" dirty="0" err="1">
                <a:latin typeface="Open Sans" panose="020B0606030504020204" pitchFamily="34" charset="0"/>
                <a:ea typeface="Open Sans" panose="020B0606030504020204" pitchFamily="34" charset="0"/>
                <a:cs typeface="Open Sans" panose="020B0606030504020204" pitchFamily="34" charset="0"/>
              </a:rPr>
              <a:t>Snowflake</a:t>
            </a:r>
            <a:r>
              <a:rPr lang="es-MX" sz="3100" dirty="0">
                <a:latin typeface="Open Sans" panose="020B0606030504020204" pitchFamily="34" charset="0"/>
                <a:ea typeface="Open Sans" panose="020B0606030504020204" pitchFamily="34" charset="0"/>
                <a:cs typeface="Open Sans" panose="020B0606030504020204" pitchFamily="34" charset="0"/>
              </a:rPr>
              <a:t>…</a:t>
            </a:r>
            <a:endParaRPr lang="en-US" sz="3400" b="1"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a:p>
            <a:pPr marL="0" indent="0" algn="l" rtl="0" fontAlgn="base">
              <a:buNone/>
            </a:pPr>
            <a:r>
              <a:rPr lang="en-US" sz="2800" b="0" i="0" dirty="0">
                <a:solidFill>
                  <a:srgbClr val="009A44"/>
                </a:solidFill>
                <a:effectLst/>
                <a:latin typeface="Open Sans" panose="020B0606030504020204" pitchFamily="34" charset="0"/>
                <a:ea typeface="Open Sans" panose="020B0606030504020204" pitchFamily="34" charset="0"/>
                <a:cs typeface="Open Sans" panose="020B0606030504020204" pitchFamily="34" charset="0"/>
              </a:rPr>
              <a:t>​</a:t>
            </a:r>
            <a:r>
              <a:rPr lang="en-US" sz="2800" b="1" dirty="0">
                <a:solidFill>
                  <a:srgbClr val="009A44"/>
                </a:solidFill>
                <a:latin typeface="Open Sans" panose="020B0606030504020204" pitchFamily="34" charset="0"/>
                <a:ea typeface="Open Sans" panose="020B0606030504020204" pitchFamily="34" charset="0"/>
                <a:cs typeface="Open Sans" panose="020B0606030504020204" pitchFamily="34" charset="0"/>
              </a:rPr>
              <a:t> </a:t>
            </a:r>
            <a:r>
              <a:rPr lang="en-US" sz="34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EDUCACIÓN</a:t>
            </a:r>
            <a:endParaRPr lang="en-US" sz="3400" b="0" i="0" dirty="0">
              <a:solidFill>
                <a:srgbClr val="6FC2B4"/>
              </a:solidFill>
              <a:effectLst/>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buNone/>
            </a:pPr>
            <a:r>
              <a:rPr lang="es-MX" sz="3100" dirty="0">
                <a:latin typeface="Open Sans" panose="020B0606030504020204" pitchFamily="34" charset="0"/>
                <a:ea typeface="Open Sans" panose="020B0606030504020204" pitchFamily="34" charset="0"/>
                <a:cs typeface="Open Sans" panose="020B0606030504020204" pitchFamily="34" charset="0"/>
              </a:rPr>
              <a:t>Licenciatura / </a:t>
            </a:r>
            <a:r>
              <a:rPr lang="es-MX" sz="3100" dirty="0" err="1">
                <a:latin typeface="Open Sans" panose="020B0606030504020204" pitchFamily="34" charset="0"/>
                <a:ea typeface="Open Sans" panose="020B0606030504020204" pitchFamily="34" charset="0"/>
                <a:cs typeface="Open Sans" panose="020B0606030504020204" pitchFamily="34" charset="0"/>
              </a:rPr>
              <a:t>Ingenieria</a:t>
            </a:r>
            <a:r>
              <a:rPr lang="es-MX" sz="3100" dirty="0">
                <a:latin typeface="Open Sans" panose="020B0606030504020204" pitchFamily="34" charset="0"/>
                <a:ea typeface="Open Sans" panose="020B0606030504020204" pitchFamily="34" charset="0"/>
                <a:cs typeface="Open Sans" panose="020B0606030504020204" pitchFamily="34" charset="0"/>
              </a:rPr>
              <a:t> en ….. – Universidad</a:t>
            </a:r>
            <a:endParaRPr lang="en-US" sz="3400" b="1"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200"/>
              </a:spcBef>
              <a:spcAft>
                <a:spcPct val="0"/>
              </a:spcAft>
              <a:buClr>
                <a:srgbClr val="92D400"/>
              </a:buClr>
              <a:buSzPct val="140000"/>
              <a:buNone/>
            </a:pPr>
            <a:r>
              <a:rPr lang="en-US" sz="34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CERTIFICACIONES</a:t>
            </a:r>
          </a:p>
          <a:p>
            <a:pPr>
              <a:lnSpc>
                <a:spcPct val="120000"/>
              </a:lnSpc>
              <a:spcBef>
                <a:spcPts val="200"/>
              </a:spcBef>
              <a:spcAft>
                <a:spcPct val="0"/>
              </a:spcAft>
              <a:buClr>
                <a:srgbClr val="009A44"/>
              </a:buClr>
              <a:buSzPct val="140000"/>
              <a:defRPr/>
            </a:pPr>
            <a:r>
              <a:rPr lang="es-MX" sz="3100" dirty="0">
                <a:latin typeface="Open Sans" panose="020B0606030504020204" pitchFamily="34" charset="0"/>
                <a:ea typeface="Open Sans" panose="020B0606030504020204" pitchFamily="34" charset="0"/>
                <a:cs typeface="Open Sans" panose="020B0606030504020204" pitchFamily="34" charset="0"/>
              </a:rPr>
              <a:t>A </a:t>
            </a:r>
            <a:endParaRPr lang="es-MX" altLang="es-MX" sz="3100" dirty="0">
              <a:latin typeface="Open Sans" panose="020B0606030504020204" pitchFamily="34" charset="0"/>
              <a:ea typeface="Open Sans" panose="020B0606030504020204" pitchFamily="34" charset="0"/>
              <a:cs typeface="Open Sans" panose="020B0606030504020204" pitchFamily="34" charset="0"/>
            </a:endParaRPr>
          </a:p>
          <a:p>
            <a:pPr>
              <a:lnSpc>
                <a:spcPct val="120000"/>
              </a:lnSpc>
              <a:spcBef>
                <a:spcPts val="200"/>
              </a:spcBef>
              <a:spcAft>
                <a:spcPct val="0"/>
              </a:spcAft>
              <a:buClr>
                <a:srgbClr val="009A44"/>
              </a:buClr>
              <a:buSzPct val="140000"/>
              <a:defRPr/>
            </a:pPr>
            <a:r>
              <a:rPr lang="es-MX" altLang="es-MX" sz="3100" dirty="0">
                <a:latin typeface="Open Sans" panose="020B0606030504020204" pitchFamily="34" charset="0"/>
                <a:ea typeface="Open Sans" panose="020B0606030504020204" pitchFamily="34" charset="0"/>
                <a:cs typeface="Open Sans" panose="020B0606030504020204" pitchFamily="34" charset="0"/>
              </a:rPr>
              <a:t>B</a:t>
            </a:r>
          </a:p>
          <a:p>
            <a:pPr>
              <a:lnSpc>
                <a:spcPct val="120000"/>
              </a:lnSpc>
              <a:spcBef>
                <a:spcPts val="200"/>
              </a:spcBef>
              <a:spcAft>
                <a:spcPct val="0"/>
              </a:spcAft>
              <a:buClr>
                <a:srgbClr val="009A44"/>
              </a:buClr>
              <a:buSzPct val="140000"/>
              <a:defRPr/>
            </a:pPr>
            <a:r>
              <a:rPr lang="es-MX" sz="3100" dirty="0">
                <a:latin typeface="Open Sans" panose="020B0606030504020204" pitchFamily="34" charset="0"/>
                <a:ea typeface="Open Sans" panose="020B0606030504020204" pitchFamily="34" charset="0"/>
                <a:cs typeface="Open Sans" panose="020B0606030504020204" pitchFamily="34" charset="0"/>
              </a:rPr>
              <a:t>C</a:t>
            </a:r>
          </a:p>
        </p:txBody>
      </p:sp>
      <p:pic>
        <p:nvPicPr>
          <p:cNvPr id="3" name="Imagen 2">
            <a:extLst>
              <a:ext uri="{FF2B5EF4-FFF2-40B4-BE49-F238E27FC236}">
                <a16:creationId xmlns:a16="http://schemas.microsoft.com/office/drawing/2014/main" id="{5B5B747E-D236-3D5D-99A2-AE988D000B54}"/>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0127417" y="34579"/>
            <a:ext cx="1685026" cy="1333090"/>
          </a:xfrm>
          <a:prstGeom prst="rect">
            <a:avLst/>
          </a:prstGeom>
        </p:spPr>
      </p:pic>
      <p:pic>
        <p:nvPicPr>
          <p:cNvPr id="15" name="Imagen 14">
            <a:extLst>
              <a:ext uri="{FF2B5EF4-FFF2-40B4-BE49-F238E27FC236}">
                <a16:creationId xmlns:a16="http://schemas.microsoft.com/office/drawing/2014/main" id="{328FD5EF-57CC-95CB-E6A2-9B3CB9814057}"/>
              </a:ext>
            </a:extLst>
          </p:cNvPr>
          <p:cNvPicPr>
            <a:picLocks noGrp="1" noRot="1" noChangeAspect="1" noMove="1" noResize="1" noEditPoints="1" noAdjustHandles="1" noChangeArrowheads="1" noChangeShapeType="1" noCrop="1"/>
          </p:cNvPicPr>
          <p:nvPr/>
        </p:nvPicPr>
        <p:blipFill>
          <a:blip r:embed="rId3">
            <a:alphaModFix amt="50000"/>
            <a:extLst>
              <a:ext uri="{28A0092B-C50C-407E-A947-70E740481C1C}">
                <a14:useLocalDpi xmlns:a14="http://schemas.microsoft.com/office/drawing/2010/main" val="0"/>
              </a:ext>
            </a:extLst>
          </a:blip>
          <a:srcRect l="35999" t="38353" b="17106"/>
          <a:stretch/>
        </p:blipFill>
        <p:spPr>
          <a:xfrm>
            <a:off x="53853" y="6247694"/>
            <a:ext cx="1108475" cy="610306"/>
          </a:xfrm>
          <a:prstGeom prst="rect">
            <a:avLst/>
          </a:prstGeom>
        </p:spPr>
      </p:pic>
      <p:sp>
        <p:nvSpPr>
          <p:cNvPr id="2" name="Text Placeholder 12">
            <a:extLst>
              <a:ext uri="{FF2B5EF4-FFF2-40B4-BE49-F238E27FC236}">
                <a16:creationId xmlns:a16="http://schemas.microsoft.com/office/drawing/2014/main" id="{7CEA36D2-BCCD-557A-8626-8CC87AB1AA5A}"/>
              </a:ext>
            </a:extLst>
          </p:cNvPr>
          <p:cNvSpPr txBox="1">
            <a:spLocks/>
          </p:cNvSpPr>
          <p:nvPr/>
        </p:nvSpPr>
        <p:spPr>
          <a:xfrm>
            <a:off x="7764649" y="6064846"/>
            <a:ext cx="4017543" cy="505228"/>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SzPct val="140000"/>
              <a:buFont typeface="Courier New" panose="02070309020205020404" pitchFamily="49" charset="0"/>
              <a:buChar char="o"/>
            </a:pPr>
            <a:r>
              <a:rPr lang="es-MX" altLang="es-MX" sz="1000">
                <a:solidFill>
                  <a:srgbClr val="091D09"/>
                </a:solidFill>
                <a:latin typeface="Open Sans" panose="020B0606030504020204" pitchFamily="34" charset="0"/>
                <a:ea typeface="Open Sans" panose="020B0606030504020204" pitchFamily="34" charset="0"/>
                <a:cs typeface="Open Sans" panose="020B0606030504020204" pitchFamily="34" charset="0"/>
              </a:rPr>
              <a:t>Cliente 3</a:t>
            </a:r>
          </a:p>
          <a:p>
            <a:pPr algn="l">
              <a:buSzPct val="140000"/>
              <a:buFont typeface="Courier New" panose="02070309020205020404" pitchFamily="49" charset="0"/>
              <a:buChar char="o"/>
            </a:pPr>
            <a:r>
              <a:rPr lang="es-MX" sz="1000">
                <a:solidFill>
                  <a:srgbClr val="091D09"/>
                </a:solidFill>
                <a:latin typeface="Open Sans" panose="020B0606030504020204" pitchFamily="34" charset="0"/>
                <a:ea typeface="Open Sans" panose="020B0606030504020204" pitchFamily="34" charset="0"/>
                <a:cs typeface="Open Sans" panose="020B0606030504020204" pitchFamily="34" charset="0"/>
              </a:rPr>
              <a:t>Cliente 4</a:t>
            </a:r>
            <a:endParaRPr lang="es-ES_tradnl" sz="1000">
              <a:solidFill>
                <a:srgbClr val="091D09"/>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3" name="Picture Placeholder 11">
            <a:extLst>
              <a:ext uri="{FF2B5EF4-FFF2-40B4-BE49-F238E27FC236}">
                <a16:creationId xmlns:a16="http://schemas.microsoft.com/office/drawing/2014/main" id="{BEEC9D2C-5670-C4F3-996D-2873160092B6}"/>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rcRect/>
          <a:stretch>
            <a:fillRect/>
          </a:stretch>
        </p:blipFill>
        <p:spPr>
          <a:xfrm>
            <a:off x="379557" y="1287304"/>
            <a:ext cx="1321639" cy="1321527"/>
          </a:xfrm>
          <a:prstGeom prst="ellipse">
            <a:avLst/>
          </a:prstGeom>
          <a:ln w="28575" cap="rnd">
            <a:solidFill>
              <a:srgbClr val="009A44"/>
            </a:solidFill>
          </a:ln>
          <a:effectLst/>
        </p:spPr>
      </p:pic>
    </p:spTree>
    <p:extLst>
      <p:ext uri="{BB962C8B-B14F-4D97-AF65-F5344CB8AC3E}">
        <p14:creationId xmlns:p14="http://schemas.microsoft.com/office/powerpoint/2010/main" val="3469057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9E9F1-080B-B5FA-C2B2-A138712B2A6A}"/>
            </a:ext>
          </a:extLst>
        </p:cNvPr>
        <p:cNvGrpSpPr/>
        <p:nvPr/>
      </p:nvGrpSpPr>
      <p:grpSpPr>
        <a:xfrm>
          <a:off x="0" y="0"/>
          <a:ext cx="0" cy="0"/>
          <a:chOff x="0" y="0"/>
          <a:chExt cx="0" cy="0"/>
        </a:xfrm>
      </p:grpSpPr>
      <p:sp>
        <p:nvSpPr>
          <p:cNvPr id="12" name="object 8">
            <a:extLst>
              <a:ext uri="{FF2B5EF4-FFF2-40B4-BE49-F238E27FC236}">
                <a16:creationId xmlns:a16="http://schemas.microsoft.com/office/drawing/2014/main" id="{438235E9-774A-EB65-2890-9AC5F4447E76}"/>
              </a:ext>
            </a:extLst>
          </p:cNvPr>
          <p:cNvSpPr/>
          <p:nvPr/>
        </p:nvSpPr>
        <p:spPr>
          <a:xfrm>
            <a:off x="233662" y="2914422"/>
            <a:ext cx="3240647" cy="3703353"/>
          </a:xfrm>
          <a:custGeom>
            <a:avLst/>
            <a:gdLst/>
            <a:ahLst/>
            <a:cxnLst/>
            <a:rect l="l" t="t" r="r" b="b"/>
            <a:pathLst>
              <a:path w="2075814" h="2875915">
                <a:moveTo>
                  <a:pt x="0" y="2875787"/>
                </a:moveTo>
                <a:lnTo>
                  <a:pt x="2075688" y="2875787"/>
                </a:lnTo>
                <a:lnTo>
                  <a:pt x="2075688" y="0"/>
                </a:lnTo>
                <a:lnTo>
                  <a:pt x="0" y="0"/>
                </a:lnTo>
                <a:lnTo>
                  <a:pt x="0" y="2875787"/>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2">
            <a:extLst>
              <a:ext uri="{FF2B5EF4-FFF2-40B4-BE49-F238E27FC236}">
                <a16:creationId xmlns:a16="http://schemas.microsoft.com/office/drawing/2014/main" id="{E8D512D1-5859-885B-58F6-0FF4837FCAE7}"/>
              </a:ext>
            </a:extLst>
          </p:cNvPr>
          <p:cNvSpPr txBox="1"/>
          <p:nvPr/>
        </p:nvSpPr>
        <p:spPr>
          <a:xfrm>
            <a:off x="1162328" y="2809350"/>
            <a:ext cx="1383315" cy="185307"/>
          </a:xfrm>
          <a:prstGeom prst="rect">
            <a:avLst/>
          </a:prstGeom>
          <a:solidFill>
            <a:schemeClr val="bg1"/>
          </a:solidFill>
        </p:spPr>
        <p:txBody>
          <a:bodyPr vert="horz" wrap="square" lIns="0" tIns="15875" rIns="0" bIns="0" rtlCol="0">
            <a:spAutoFit/>
          </a:bodyPr>
          <a:lstStyle/>
          <a:p>
            <a:pPr marL="12700" marR="0" lvl="0" indent="0" algn="ctr" defTabSz="914400" rtl="0" eaLnBrk="1" fontAlgn="auto" latinLnBrk="0" hangingPunct="1">
              <a:lnSpc>
                <a:spcPct val="100000"/>
              </a:lnSpc>
              <a:spcBef>
                <a:spcPts val="125"/>
              </a:spcBef>
              <a:spcAft>
                <a:spcPts val="0"/>
              </a:spcAft>
              <a:buClrTx/>
              <a:buSzTx/>
              <a:buFontTx/>
              <a:buNone/>
              <a:tabLst/>
              <a:defRPr/>
            </a:pPr>
            <a:r>
              <a:rPr kumimoji="0" lang="en-US" sz="1100" b="1" i="0" u="none" strike="noStrike" kern="1200" cap="none" spc="0" normalizeH="0" baseline="0" noProof="0">
                <a:ln>
                  <a:noFill/>
                </a:ln>
                <a:solidFill>
                  <a:srgbClr val="009A44"/>
                </a:solidFill>
                <a:effectLst/>
                <a:uLnTx/>
                <a:uFillTx/>
                <a:latin typeface="Open Sans"/>
                <a:ea typeface="+mn-ea"/>
                <a:cs typeface="Arial"/>
              </a:rPr>
              <a:t>KEY SKILLS</a:t>
            </a:r>
            <a:endParaRPr kumimoji="0" lang="en-US" sz="1100" b="0" i="0" u="none" strike="noStrike" kern="1200" cap="none" spc="0" normalizeH="0" baseline="0" noProof="0">
              <a:ln>
                <a:noFill/>
              </a:ln>
              <a:solidFill>
                <a:srgbClr val="009A44"/>
              </a:solidFill>
              <a:effectLst/>
              <a:uLnTx/>
              <a:uFillTx/>
              <a:latin typeface="Open Sans"/>
              <a:ea typeface="+mn-ea"/>
              <a:cs typeface="Arial"/>
            </a:endParaRPr>
          </a:p>
        </p:txBody>
      </p:sp>
      <p:sp>
        <p:nvSpPr>
          <p:cNvPr id="18" name="object 14">
            <a:extLst>
              <a:ext uri="{FF2B5EF4-FFF2-40B4-BE49-F238E27FC236}">
                <a16:creationId xmlns:a16="http://schemas.microsoft.com/office/drawing/2014/main" id="{29E3063B-415A-743F-7553-4F5BFA9A1F71}"/>
              </a:ext>
            </a:extLst>
          </p:cNvPr>
          <p:cNvSpPr/>
          <p:nvPr/>
        </p:nvSpPr>
        <p:spPr>
          <a:xfrm>
            <a:off x="3606493" y="2504098"/>
            <a:ext cx="8201794" cy="3280473"/>
          </a:xfrm>
          <a:custGeom>
            <a:avLst/>
            <a:gdLst/>
            <a:ahLst/>
            <a:cxnLst/>
            <a:rect l="l" t="t" r="r" b="b"/>
            <a:pathLst>
              <a:path w="6259195" h="3949065">
                <a:moveTo>
                  <a:pt x="0" y="3948684"/>
                </a:moveTo>
                <a:lnTo>
                  <a:pt x="6259067" y="3948684"/>
                </a:lnTo>
                <a:lnTo>
                  <a:pt x="6259067" y="0"/>
                </a:lnTo>
                <a:lnTo>
                  <a:pt x="0" y="0"/>
                </a:lnTo>
                <a:lnTo>
                  <a:pt x="0" y="3948684"/>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object 3">
            <a:extLst>
              <a:ext uri="{FF2B5EF4-FFF2-40B4-BE49-F238E27FC236}">
                <a16:creationId xmlns:a16="http://schemas.microsoft.com/office/drawing/2014/main" id="{D1ADAF3F-ACE6-949E-AA41-DF5567E179D2}"/>
              </a:ext>
            </a:extLst>
          </p:cNvPr>
          <p:cNvSpPr/>
          <p:nvPr/>
        </p:nvSpPr>
        <p:spPr>
          <a:xfrm>
            <a:off x="3608933" y="5924209"/>
            <a:ext cx="8201794" cy="680120"/>
          </a:xfrm>
          <a:custGeom>
            <a:avLst/>
            <a:gdLst/>
            <a:ahLst/>
            <a:cxnLst/>
            <a:rect l="l" t="t" r="r" b="b"/>
            <a:pathLst>
              <a:path w="6250305" h="1146175">
                <a:moveTo>
                  <a:pt x="0" y="1146048"/>
                </a:moveTo>
                <a:lnTo>
                  <a:pt x="6249923" y="1146048"/>
                </a:lnTo>
                <a:lnTo>
                  <a:pt x="6249923" y="0"/>
                </a:lnTo>
                <a:lnTo>
                  <a:pt x="0" y="0"/>
                </a:lnTo>
                <a:lnTo>
                  <a:pt x="0" y="1146048"/>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2" name="Group 21">
            <a:extLst>
              <a:ext uri="{FF2B5EF4-FFF2-40B4-BE49-F238E27FC236}">
                <a16:creationId xmlns:a16="http://schemas.microsoft.com/office/drawing/2014/main" id="{B478911E-7FF0-383F-92F4-F5CF16A8FB3D}"/>
              </a:ext>
            </a:extLst>
          </p:cNvPr>
          <p:cNvGrpSpPr/>
          <p:nvPr/>
        </p:nvGrpSpPr>
        <p:grpSpPr>
          <a:xfrm>
            <a:off x="3606493" y="1273351"/>
            <a:ext cx="8201794" cy="1046670"/>
            <a:chOff x="3606493" y="1417853"/>
            <a:chExt cx="8201794" cy="1261810"/>
          </a:xfrm>
        </p:grpSpPr>
        <p:sp>
          <p:nvSpPr>
            <p:cNvPr id="8" name="object 3">
              <a:extLst>
                <a:ext uri="{FF2B5EF4-FFF2-40B4-BE49-F238E27FC236}">
                  <a16:creationId xmlns:a16="http://schemas.microsoft.com/office/drawing/2014/main" id="{A3C0E5BF-247A-0F5E-31B6-F35CF542B159}"/>
                </a:ext>
              </a:extLst>
            </p:cNvPr>
            <p:cNvSpPr/>
            <p:nvPr/>
          </p:nvSpPr>
          <p:spPr>
            <a:xfrm>
              <a:off x="3606493" y="1533488"/>
              <a:ext cx="8201794" cy="1146175"/>
            </a:xfrm>
            <a:custGeom>
              <a:avLst/>
              <a:gdLst/>
              <a:ahLst/>
              <a:cxnLst/>
              <a:rect l="l" t="t" r="r" b="b"/>
              <a:pathLst>
                <a:path w="6250305" h="1146175">
                  <a:moveTo>
                    <a:pt x="0" y="1146048"/>
                  </a:moveTo>
                  <a:lnTo>
                    <a:pt x="6249923" y="1146048"/>
                  </a:lnTo>
                  <a:lnTo>
                    <a:pt x="6249923" y="0"/>
                  </a:lnTo>
                  <a:lnTo>
                    <a:pt x="0" y="0"/>
                  </a:lnTo>
                  <a:lnTo>
                    <a:pt x="0" y="1146048"/>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1" name="Group 20">
              <a:extLst>
                <a:ext uri="{FF2B5EF4-FFF2-40B4-BE49-F238E27FC236}">
                  <a16:creationId xmlns:a16="http://schemas.microsoft.com/office/drawing/2014/main" id="{47D02990-2193-9119-9C37-3F3068F71DEE}"/>
                </a:ext>
              </a:extLst>
            </p:cNvPr>
            <p:cNvGrpSpPr/>
            <p:nvPr/>
          </p:nvGrpSpPr>
          <p:grpSpPr>
            <a:xfrm>
              <a:off x="3606493" y="1417853"/>
              <a:ext cx="2111295" cy="482241"/>
              <a:chOff x="3606493" y="1417853"/>
              <a:chExt cx="2111295" cy="482241"/>
            </a:xfrm>
          </p:grpSpPr>
          <p:sp>
            <p:nvSpPr>
              <p:cNvPr id="14" name="Rectangle 13">
                <a:extLst>
                  <a:ext uri="{FF2B5EF4-FFF2-40B4-BE49-F238E27FC236}">
                    <a16:creationId xmlns:a16="http://schemas.microsoft.com/office/drawing/2014/main" id="{355E37CE-153C-36D8-12EB-6191388D1376}"/>
                  </a:ext>
                </a:extLst>
              </p:cNvPr>
              <p:cNvSpPr/>
              <p:nvPr/>
            </p:nvSpPr>
            <p:spPr>
              <a:xfrm>
                <a:off x="3606493" y="1417853"/>
                <a:ext cx="1828800" cy="2356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38" name="object 12">
                <a:extLst>
                  <a:ext uri="{FF2B5EF4-FFF2-40B4-BE49-F238E27FC236}">
                    <a16:creationId xmlns:a16="http://schemas.microsoft.com/office/drawing/2014/main" id="{26C160DD-1873-5B9A-DD82-F996BA8D2783}"/>
                  </a:ext>
                </a:extLst>
              </p:cNvPr>
              <p:cNvSpPr txBox="1"/>
              <p:nvPr/>
            </p:nvSpPr>
            <p:spPr>
              <a:xfrm>
                <a:off x="3654118" y="1420062"/>
                <a:ext cx="2063670" cy="480032"/>
              </a:xfrm>
              <a:prstGeom prst="rect">
                <a:avLst/>
              </a:prstGeom>
              <a:solidFill>
                <a:schemeClr val="bg1"/>
              </a:solidFill>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kumimoji="0" lang="en-US" sz="1200" b="1" i="0" u="none" strike="noStrike" kern="1200" cap="none" spc="0" normalizeH="0" baseline="0" noProof="0">
                    <a:ln>
                      <a:noFill/>
                    </a:ln>
                    <a:solidFill>
                      <a:srgbClr val="009A44"/>
                    </a:solidFill>
                    <a:effectLst/>
                    <a:uLnTx/>
                    <a:uFillTx/>
                    <a:latin typeface="Open Sans"/>
                    <a:ea typeface="+mn-ea"/>
                    <a:cs typeface="Arial"/>
                  </a:rPr>
                  <a:t>PROFESSIONAL SUMMARY</a:t>
                </a:r>
                <a:endParaRPr kumimoji="0" lang="en-US" sz="1200" b="0" i="0" u="none" strike="noStrike" kern="1200" cap="none" spc="0" normalizeH="0" baseline="0" noProof="0">
                  <a:ln>
                    <a:noFill/>
                  </a:ln>
                  <a:solidFill>
                    <a:srgbClr val="009A44"/>
                  </a:solidFill>
                  <a:effectLst/>
                  <a:uLnTx/>
                  <a:uFillTx/>
                  <a:latin typeface="Open Sans"/>
                  <a:ea typeface="+mn-ea"/>
                  <a:cs typeface="Arial"/>
                </a:endParaRPr>
              </a:p>
              <a:p>
                <a:pPr marL="12700" marR="0" lvl="0" indent="0" algn="l" defTabSz="914400" rtl="0" eaLnBrk="1" fontAlgn="auto" latinLnBrk="0" hangingPunct="1">
                  <a:lnSpc>
                    <a:spcPct val="100000"/>
                  </a:lnSpc>
                  <a:spcBef>
                    <a:spcPts val="125"/>
                  </a:spcBef>
                  <a:spcAft>
                    <a:spcPts val="0"/>
                  </a:spcAft>
                  <a:buClrTx/>
                  <a:buSzTx/>
                  <a:buFontTx/>
                  <a:buNone/>
                  <a:tabLst/>
                  <a:defRPr/>
                </a:pPr>
                <a:endParaRPr kumimoji="0" lang="en-US" sz="1200" b="0" i="0" u="none" strike="noStrike" kern="1200" cap="none" spc="0" normalizeH="0" baseline="0" noProof="0">
                  <a:ln>
                    <a:noFill/>
                  </a:ln>
                  <a:solidFill>
                    <a:srgbClr val="009A44"/>
                  </a:solidFill>
                  <a:effectLst/>
                  <a:uLnTx/>
                  <a:uFillTx/>
                  <a:latin typeface="Open Sans"/>
                  <a:ea typeface="+mn-ea"/>
                  <a:cs typeface="Arial"/>
                </a:endParaRPr>
              </a:p>
            </p:txBody>
          </p:sp>
        </p:grpSp>
      </p:grpSp>
      <p:sp>
        <p:nvSpPr>
          <p:cNvPr id="23" name="Rectangle 22">
            <a:extLst>
              <a:ext uri="{FF2B5EF4-FFF2-40B4-BE49-F238E27FC236}">
                <a16:creationId xmlns:a16="http://schemas.microsoft.com/office/drawing/2014/main" id="{D2579D98-06E1-8FAA-2EC5-F35937420B11}"/>
              </a:ext>
            </a:extLst>
          </p:cNvPr>
          <p:cNvSpPr/>
          <p:nvPr/>
        </p:nvSpPr>
        <p:spPr>
          <a:xfrm>
            <a:off x="3606493" y="2706724"/>
            <a:ext cx="1828800" cy="2830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41" name="object 12">
            <a:extLst>
              <a:ext uri="{FF2B5EF4-FFF2-40B4-BE49-F238E27FC236}">
                <a16:creationId xmlns:a16="http://schemas.microsoft.com/office/drawing/2014/main" id="{6381430A-FBA6-BC09-DB99-096F7A077454}"/>
              </a:ext>
            </a:extLst>
          </p:cNvPr>
          <p:cNvSpPr txBox="1"/>
          <p:nvPr/>
        </p:nvSpPr>
        <p:spPr>
          <a:xfrm>
            <a:off x="3666083" y="2408135"/>
            <a:ext cx="1916111" cy="200696"/>
          </a:xfrm>
          <a:prstGeom prst="rect">
            <a:avLst/>
          </a:prstGeom>
          <a:solidFill>
            <a:schemeClr val="bg1"/>
          </a:solidFill>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kumimoji="0" lang="en-US" sz="1200" b="1" i="0" u="none" strike="noStrike" kern="1200" cap="none" spc="0" normalizeH="0" baseline="0" noProof="0">
                <a:ln>
                  <a:noFill/>
                </a:ln>
                <a:solidFill>
                  <a:srgbClr val="009A44"/>
                </a:solidFill>
                <a:effectLst/>
                <a:uLnTx/>
                <a:uFillTx/>
                <a:latin typeface="Open Sans"/>
                <a:ea typeface="+mn-ea"/>
                <a:cs typeface="Arial"/>
              </a:rPr>
              <a:t>WORK EXPERIENCE</a:t>
            </a:r>
            <a:endParaRPr kumimoji="0" lang="en-US" sz="1200" b="0" i="0" u="none" strike="noStrike" kern="1200" cap="none" spc="0" normalizeH="0" baseline="0" noProof="0">
              <a:ln>
                <a:noFill/>
              </a:ln>
              <a:solidFill>
                <a:srgbClr val="009A44"/>
              </a:solidFill>
              <a:effectLst/>
              <a:uLnTx/>
              <a:uFillTx/>
              <a:latin typeface="Open Sans"/>
              <a:ea typeface="+mn-ea"/>
              <a:cs typeface="Arial"/>
            </a:endParaRPr>
          </a:p>
        </p:txBody>
      </p:sp>
      <p:sp>
        <p:nvSpPr>
          <p:cNvPr id="28" name="Rectangle 27">
            <a:extLst>
              <a:ext uri="{FF2B5EF4-FFF2-40B4-BE49-F238E27FC236}">
                <a16:creationId xmlns:a16="http://schemas.microsoft.com/office/drawing/2014/main" id="{6475613B-5A7B-1357-E8B2-661A53292B5A}"/>
              </a:ext>
            </a:extLst>
          </p:cNvPr>
          <p:cNvSpPr/>
          <p:nvPr/>
        </p:nvSpPr>
        <p:spPr>
          <a:xfrm>
            <a:off x="3609245" y="5695609"/>
            <a:ext cx="18288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27" name="object 12">
            <a:extLst>
              <a:ext uri="{FF2B5EF4-FFF2-40B4-BE49-F238E27FC236}">
                <a16:creationId xmlns:a16="http://schemas.microsoft.com/office/drawing/2014/main" id="{03A7776A-6413-3788-C62B-B5BCAF1F243B}"/>
              </a:ext>
            </a:extLst>
          </p:cNvPr>
          <p:cNvSpPr txBox="1"/>
          <p:nvPr/>
        </p:nvSpPr>
        <p:spPr>
          <a:xfrm>
            <a:off x="3724520" y="5823861"/>
            <a:ext cx="1916111" cy="200696"/>
          </a:xfrm>
          <a:prstGeom prst="rect">
            <a:avLst/>
          </a:prstGeom>
          <a:solidFill>
            <a:schemeClr val="bg1"/>
          </a:solidFill>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kumimoji="0" lang="en-US" sz="1200" b="1" i="0" u="none" strike="noStrike" kern="1200" cap="none" spc="0" normalizeH="0" baseline="0" noProof="0" dirty="0" err="1">
                <a:ln>
                  <a:noFill/>
                </a:ln>
                <a:solidFill>
                  <a:srgbClr val="009A44"/>
                </a:solidFill>
                <a:effectLst/>
                <a:uLnTx/>
                <a:uFillTx/>
                <a:latin typeface="Open Sans"/>
                <a:ea typeface="+mn-ea"/>
                <a:cs typeface="Arial"/>
              </a:rPr>
              <a:t>Cients</a:t>
            </a:r>
            <a:r>
              <a:rPr kumimoji="0" lang="en-US" sz="1200" b="1" i="0" u="none" strike="noStrike" kern="1200" cap="none" spc="0" normalizeH="0" baseline="0" noProof="0" dirty="0">
                <a:ln>
                  <a:noFill/>
                </a:ln>
                <a:solidFill>
                  <a:srgbClr val="009A44"/>
                </a:solidFill>
                <a:effectLst/>
                <a:uLnTx/>
                <a:uFillTx/>
                <a:latin typeface="Open Sans"/>
                <a:ea typeface="+mn-ea"/>
                <a:cs typeface="Arial"/>
              </a:rPr>
              <a:t> or Industries</a:t>
            </a:r>
          </a:p>
        </p:txBody>
      </p:sp>
      <p:sp>
        <p:nvSpPr>
          <p:cNvPr id="63" name="Title 1">
            <a:extLst>
              <a:ext uri="{FF2B5EF4-FFF2-40B4-BE49-F238E27FC236}">
                <a16:creationId xmlns:a16="http://schemas.microsoft.com/office/drawing/2014/main" id="{0085A623-A1DE-F8C3-CC34-E26694ED9832}"/>
              </a:ext>
            </a:extLst>
          </p:cNvPr>
          <p:cNvSpPr>
            <a:spLocks noGrp="1"/>
          </p:cNvSpPr>
          <p:nvPr>
            <p:ph type="title"/>
          </p:nvPr>
        </p:nvSpPr>
        <p:spPr>
          <a:xfrm>
            <a:off x="457200" y="639832"/>
            <a:ext cx="11106150" cy="479076"/>
          </a:xfrm>
        </p:spPr>
        <p:txBody>
          <a:bodyPr vert="horz" lIns="0" tIns="45720" rIns="0" bIns="0" rtlCol="0" anchor="b" anchorCtr="0">
            <a:noAutofit/>
          </a:bodyPr>
          <a:lstStyle/>
          <a:p>
            <a:br>
              <a:rPr lang="es-MX" dirty="0"/>
            </a:br>
            <a:br>
              <a:rPr lang="es-MX" dirty="0"/>
            </a:br>
            <a:br>
              <a:rPr lang="en-US" dirty="0"/>
            </a:br>
            <a:r>
              <a:rPr lang="es-MX" sz="2800" spc="-4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s-MX" sz="2800" dirty="0">
                <a:latin typeface="Open Sans" panose="020B0606030504020204" pitchFamily="34" charset="0"/>
                <a:ea typeface="Open Sans" panose="020B0606030504020204" pitchFamily="34" charset="0"/>
                <a:cs typeface="Open Sans" panose="020B0606030504020204" pitchFamily="34" charset="0"/>
              </a:rPr>
              <a:t>Daniel Gutiérrez Restrepo</a:t>
            </a:r>
            <a:endParaRPr lang="en-US" sz="3600" spc="-40" dirty="0">
              <a:latin typeface="Open Sans" panose="020B0606030504020204" pitchFamily="34" charset="0"/>
              <a:ea typeface="Open Sans" panose="020B0606030504020204" pitchFamily="34" charset="0"/>
              <a:cs typeface="Open Sans" panose="020B0606030504020204" pitchFamily="34" charset="0"/>
            </a:endParaRPr>
          </a:p>
        </p:txBody>
      </p:sp>
      <p:sp>
        <p:nvSpPr>
          <p:cNvPr id="65" name="Text Placeholder 6">
            <a:extLst>
              <a:ext uri="{FF2B5EF4-FFF2-40B4-BE49-F238E27FC236}">
                <a16:creationId xmlns:a16="http://schemas.microsoft.com/office/drawing/2014/main" id="{35498FAD-B3D6-3177-89B9-D215F2204622}"/>
              </a:ext>
            </a:extLst>
          </p:cNvPr>
          <p:cNvSpPr txBox="1">
            <a:spLocks/>
          </p:cNvSpPr>
          <p:nvPr/>
        </p:nvSpPr>
        <p:spPr>
          <a:xfrm>
            <a:off x="457200" y="434413"/>
            <a:ext cx="8156448" cy="203200"/>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Clr>
                <a:schemeClr val="accent5"/>
              </a:buClr>
              <a:buSzPct val="75000"/>
              <a:buFont typeface="Arial" panose="020B0604020202020204" pitchFamily="34" charset="0"/>
              <a:buNone/>
              <a:defRPr lang="en-US" sz="900" b="1" kern="0" cap="all" spc="250" baseline="0" dirty="0">
                <a:solidFill>
                  <a:schemeClr val="bg1">
                    <a:lumMod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
                <a:srgbClr val="787878"/>
              </a:buClr>
              <a:buSzPct val="75000"/>
              <a:buFont typeface="Arial" panose="020B0604020202020204" pitchFamily="34" charset="0"/>
              <a:buNone/>
              <a:tabLst/>
              <a:defRPr/>
            </a:pPr>
            <a:r>
              <a:rPr kumimoji="0" lang="en-US" sz="900" b="1" i="0" u="none" strike="noStrike" kern="0" cap="all" spc="250" normalizeH="0" baseline="0" noProof="0">
                <a:ln>
                  <a:noFill/>
                </a:ln>
                <a:solidFill>
                  <a:srgbClr val="FFFFFF">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Operation excellence</a:t>
            </a:r>
          </a:p>
        </p:txBody>
      </p:sp>
      <p:sp>
        <p:nvSpPr>
          <p:cNvPr id="70" name="object 9">
            <a:extLst>
              <a:ext uri="{FF2B5EF4-FFF2-40B4-BE49-F238E27FC236}">
                <a16:creationId xmlns:a16="http://schemas.microsoft.com/office/drawing/2014/main" id="{1358DC0C-CD60-C06F-8395-D82F7A5033D1}"/>
              </a:ext>
            </a:extLst>
          </p:cNvPr>
          <p:cNvSpPr txBox="1"/>
          <p:nvPr/>
        </p:nvSpPr>
        <p:spPr>
          <a:xfrm>
            <a:off x="369083" y="5773994"/>
            <a:ext cx="3044483" cy="682238"/>
          </a:xfrm>
          <a:prstGeom prst="rect">
            <a:avLst/>
          </a:prstGeom>
        </p:spPr>
        <p:txBody>
          <a:bodyPr vert="horz" wrap="square" lIns="0" tIns="12700" rIns="0" bIns="0" rtlCol="0">
            <a:spAutoFit/>
          </a:bodyPr>
          <a:lstStyle/>
          <a:p>
            <a:pPr marL="12065" marR="0" lvl="0" indent="0" algn="l" defTabSz="914400" rtl="0" eaLnBrk="1" fontAlgn="auto" latinLnBrk="0" hangingPunct="1">
              <a:lnSpc>
                <a:spcPct val="100000"/>
              </a:lnSpc>
              <a:spcBef>
                <a:spcPts val="100"/>
              </a:spcBef>
              <a:spcAft>
                <a:spcPts val="0"/>
              </a:spcAft>
              <a:buClrTx/>
              <a:buSzTx/>
              <a:buFontTx/>
              <a:buNone/>
              <a:tabLst>
                <a:tab pos="184785" algn="l"/>
                <a:tab pos="185420" algn="l"/>
              </a:tabLst>
              <a:defRPr/>
            </a:pPr>
            <a:r>
              <a:rPr kumimoji="0" lang="en-US" sz="1100" b="1" i="0" u="none" strike="noStrike" kern="1200" cap="none" spc="0" normalizeH="0" baseline="0" noProof="0">
                <a:ln>
                  <a:noFill/>
                </a:ln>
                <a:solidFill>
                  <a:srgbClr val="6FC2B4"/>
                </a:solidFill>
                <a:effectLst/>
                <a:uLnTx/>
                <a:uFillTx/>
                <a:latin typeface="Open Sans" panose="020B0606030504020204" pitchFamily="34" charset="0"/>
                <a:ea typeface="Open Sans" panose="020B0606030504020204" pitchFamily="34" charset="0"/>
                <a:cs typeface="Open Sans" panose="020B0606030504020204" pitchFamily="34" charset="0"/>
              </a:rPr>
              <a:t>LANGUANGES</a:t>
            </a:r>
          </a:p>
          <a:p>
            <a:pPr marL="183515" marR="0" lvl="0" indent="-171450" algn="l" defTabSz="914400" rtl="0" eaLnBrk="1" fontAlgn="auto" latinLnBrk="0" hangingPunct="1">
              <a:lnSpc>
                <a:spcPct val="100000"/>
              </a:lnSpc>
              <a:spcBef>
                <a:spcPts val="100"/>
              </a:spcBef>
              <a:spcAft>
                <a:spcPts val="0"/>
              </a:spcAft>
              <a:buClr>
                <a:srgbClr val="009A44"/>
              </a:buClr>
              <a:buSzPct val="140000"/>
              <a:buFont typeface="Arial" panose="020B0604020202020204" pitchFamily="34" charset="0"/>
              <a:buChar char="•"/>
              <a:tabLst>
                <a:tab pos="184785" algn="l"/>
                <a:tab pos="185420" algn="l"/>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a:t>
            </a:r>
          </a:p>
          <a:p>
            <a:pPr marL="183515" marR="0" lvl="0" indent="-171450" algn="l" defTabSz="914400" rtl="0" eaLnBrk="1" fontAlgn="auto" latinLnBrk="0" hangingPunct="1">
              <a:lnSpc>
                <a:spcPct val="100000"/>
              </a:lnSpc>
              <a:spcBef>
                <a:spcPts val="100"/>
              </a:spcBef>
              <a:spcAft>
                <a:spcPts val="0"/>
              </a:spcAft>
              <a:buClr>
                <a:srgbClr val="009A44"/>
              </a:buClr>
              <a:buSzPct val="140000"/>
              <a:buFont typeface="Arial" panose="020B0604020202020204" pitchFamily="34" charset="0"/>
              <a:buChar char="•"/>
              <a:tabLst>
                <a:tab pos="184785" algn="l"/>
                <a:tab pos="185420" algn="l"/>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B</a:t>
            </a:r>
          </a:p>
          <a:p>
            <a:pPr marL="12065" marR="0" lvl="0" indent="0" algn="l" defTabSz="914400" rtl="0" eaLnBrk="1" fontAlgn="auto" latinLnBrk="0" hangingPunct="1">
              <a:lnSpc>
                <a:spcPct val="100000"/>
              </a:lnSpc>
              <a:spcBef>
                <a:spcPts val="100"/>
              </a:spcBef>
              <a:spcAft>
                <a:spcPts val="0"/>
              </a:spcAft>
              <a:buClr>
                <a:srgbClr val="009A44"/>
              </a:buClr>
              <a:buSzPct val="140000"/>
              <a:buFontTx/>
              <a:buNone/>
              <a:tabLst>
                <a:tab pos="184785" algn="l"/>
                <a:tab pos="185420" algn="l"/>
              </a:tabLst>
              <a:defRPr/>
            </a:pPr>
            <a:endPar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73" name="TextBox 72">
            <a:extLst>
              <a:ext uri="{FF2B5EF4-FFF2-40B4-BE49-F238E27FC236}">
                <a16:creationId xmlns:a16="http://schemas.microsoft.com/office/drawing/2014/main" id="{DB4B2A89-A430-4870-42D7-1F3411324E23}"/>
              </a:ext>
            </a:extLst>
          </p:cNvPr>
          <p:cNvSpPr txBox="1"/>
          <p:nvPr/>
        </p:nvSpPr>
        <p:spPr>
          <a:xfrm>
            <a:off x="3600882" y="1568341"/>
            <a:ext cx="8201795" cy="24622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Open Sans"/>
                <a:ea typeface="Open Sans"/>
                <a:cs typeface="Open Sans"/>
              </a:rPr>
              <a:t>Information about your professional profile</a:t>
            </a:r>
          </a:p>
        </p:txBody>
      </p:sp>
      <p:sp>
        <p:nvSpPr>
          <p:cNvPr id="31" name="Text Placeholder 12">
            <a:extLst>
              <a:ext uri="{FF2B5EF4-FFF2-40B4-BE49-F238E27FC236}">
                <a16:creationId xmlns:a16="http://schemas.microsoft.com/office/drawing/2014/main" id="{D1F222DA-7C5B-9AC0-F3F7-B7A4F473A582}"/>
              </a:ext>
            </a:extLst>
          </p:cNvPr>
          <p:cNvSpPr txBox="1">
            <a:spLocks/>
          </p:cNvSpPr>
          <p:nvPr/>
        </p:nvSpPr>
        <p:spPr>
          <a:xfrm>
            <a:off x="3654118" y="6099101"/>
            <a:ext cx="3785068" cy="505228"/>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000"/>
              </a:spcBef>
              <a:spcAft>
                <a:spcPts val="0"/>
              </a:spcAft>
              <a:buClr>
                <a:srgbClr val="5B9BD5"/>
              </a:buClr>
              <a:buSzPct val="140000"/>
              <a:buFont typeface="Courier New" panose="02070309020205020404" pitchFamily="49" charset="0"/>
              <a:buChar char="o"/>
              <a:tabLst/>
              <a:defRPr/>
            </a:pPr>
            <a:r>
              <a:rPr kumimoji="0" lang="es-MX" sz="1000" b="0" i="0" u="none" strike="noStrike" kern="1200" cap="none" spc="-30" normalizeH="0" baseline="0" noProof="0">
                <a:ln>
                  <a:noFill/>
                </a:ln>
                <a:solidFill>
                  <a:srgbClr val="091D09"/>
                </a:solidFill>
                <a:effectLst/>
                <a:uLnTx/>
                <a:uFillTx/>
                <a:latin typeface="Open Sans" panose="020B0606030504020204" pitchFamily="34" charset="0"/>
                <a:ea typeface="Open Sans" panose="020B0606030504020204" pitchFamily="34" charset="0"/>
                <a:cs typeface="Open Sans" panose="020B0606030504020204" pitchFamily="34" charset="0"/>
              </a:rPr>
              <a:t>A</a:t>
            </a:r>
          </a:p>
          <a:p>
            <a:pPr marL="228600" marR="0" lvl="0" indent="-228600" algn="l" defTabSz="914400" rtl="0" eaLnBrk="1" fontAlgn="auto" latinLnBrk="0" hangingPunct="1">
              <a:lnSpc>
                <a:spcPct val="100000"/>
              </a:lnSpc>
              <a:spcBef>
                <a:spcPts val="1000"/>
              </a:spcBef>
              <a:spcAft>
                <a:spcPts val="0"/>
              </a:spcAft>
              <a:buClr>
                <a:srgbClr val="5B9BD5"/>
              </a:buClr>
              <a:buSzPct val="140000"/>
              <a:buFont typeface="Courier New" panose="02070309020205020404" pitchFamily="49" charset="0"/>
              <a:buChar char="o"/>
              <a:tabLst/>
              <a:defRPr/>
            </a:pPr>
            <a:r>
              <a:rPr kumimoji="0" lang="es-MX" sz="1000" b="0" i="0" u="none" strike="noStrike" kern="1200" cap="none" spc="-30" normalizeH="0" baseline="0" noProof="0">
                <a:ln>
                  <a:noFill/>
                </a:ln>
                <a:solidFill>
                  <a:srgbClr val="091D09"/>
                </a:solidFill>
                <a:effectLst/>
                <a:uLnTx/>
                <a:uFillTx/>
                <a:latin typeface="Open Sans" panose="020B0606030504020204" pitchFamily="34" charset="0"/>
                <a:ea typeface="Open Sans" panose="020B0606030504020204" pitchFamily="34" charset="0"/>
                <a:cs typeface="Open Sans" panose="020B0606030504020204" pitchFamily="34" charset="0"/>
              </a:rPr>
              <a:t>B</a:t>
            </a:r>
            <a:endParaRPr kumimoji="0" lang="es-ES_tradnl" sz="1000" b="0" i="0" u="none" strike="noStrike" kern="1200" cap="none" spc="-30" normalizeH="0" baseline="0" noProof="0">
              <a:ln>
                <a:noFill/>
              </a:ln>
              <a:solidFill>
                <a:srgbClr val="091D09"/>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3">
            <a:extLst>
              <a:ext uri="{FF2B5EF4-FFF2-40B4-BE49-F238E27FC236}">
                <a16:creationId xmlns:a16="http://schemas.microsoft.com/office/drawing/2014/main" id="{10E22246-5B8B-8291-5949-E25005E01E96}"/>
              </a:ext>
            </a:extLst>
          </p:cNvPr>
          <p:cNvSpPr txBox="1">
            <a:spLocks/>
          </p:cNvSpPr>
          <p:nvPr/>
        </p:nvSpPr>
        <p:spPr>
          <a:xfrm>
            <a:off x="1766990" y="1492847"/>
            <a:ext cx="1559432" cy="77410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09A44"/>
                </a:solidFill>
                <a:effectLst/>
                <a:uLnTx/>
                <a:uFillTx/>
                <a:latin typeface="Open Sans" panose="020B0606030504020204" pitchFamily="34" charset="0"/>
                <a:ea typeface="Open Sans" panose="020B0606030504020204" pitchFamily="34" charset="0"/>
                <a:cs typeface="Open Sans" panose="020B0606030504020204" pitchFamily="34" charset="0"/>
              </a:rPr>
              <a:t>Senior Consultant</a:t>
            </a:r>
            <a:endParaRPr kumimoji="0" lang="en-US" sz="1100" b="0" i="0" u="none" strike="noStrike" kern="1200" cap="none" spc="0" normalizeH="0" baseline="0" noProof="0" dirty="0">
              <a:ln>
                <a:noFill/>
              </a:ln>
              <a:solidFill>
                <a:srgbClr val="009A44"/>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1100" dirty="0">
                <a:latin typeface="Open Sans" panose="020B0606030504020204" pitchFamily="34" charset="0"/>
                <a:ea typeface="Open Sans" panose="020B0606030504020204" pitchFamily="34" charset="0"/>
                <a:cs typeface="Open Sans" panose="020B0606030504020204" pitchFamily="34" charset="0"/>
              </a:rPr>
              <a:t>AI &amp; Data</a:t>
            </a:r>
            <a:endParaRPr kumimoji="0" lang="en-U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A3EA123D-00B4-F65E-AEE4-954089B2363F}"/>
              </a:ext>
            </a:extLst>
          </p:cNvPr>
          <p:cNvSpPr txBox="1"/>
          <p:nvPr/>
        </p:nvSpPr>
        <p:spPr>
          <a:xfrm>
            <a:off x="3591825" y="2644732"/>
            <a:ext cx="8201795" cy="2015936"/>
          </a:xfrm>
          <a:prstGeom prst="rect">
            <a:avLst/>
          </a:prstGeom>
          <a:noFill/>
        </p:spPr>
        <p:txBody>
          <a:bodyPr wrap="square">
            <a:spAutoFit/>
          </a:bodyPr>
          <a:lstStyle/>
          <a:p>
            <a:pPr algn="just" fontAlgn="base"/>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Company 1 |  Client | Dates </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Main activities done during the project.</a:t>
            </a:r>
          </a:p>
          <a:p>
            <a:pPr marL="0" marR="0" lvl="0" indent="0" algn="l" defTabSz="1217613" rtl="0" eaLnBrk="0" fontAlgn="base" latinLnBrk="0" hangingPunct="0">
              <a:lnSpc>
                <a:spcPct val="100000"/>
              </a:lnSpc>
              <a:spcBef>
                <a:spcPts val="200"/>
              </a:spcBef>
              <a:spcAft>
                <a:spcPct val="0"/>
              </a:spcAft>
              <a:buClr>
                <a:srgbClr val="009A44"/>
              </a:buClr>
              <a:buSzPct val="140000"/>
              <a:buFontTx/>
              <a:buNone/>
              <a:tabLst/>
              <a:defRPr/>
            </a:pPr>
            <a:endParaRPr kumimoji="0" lang="en-US" sz="10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1217613" rtl="0" eaLnBrk="0" fontAlgn="base" latinLnBrk="0" hangingPunct="0">
              <a:lnSpc>
                <a:spcPct val="100000"/>
              </a:lnSpc>
              <a:spcBef>
                <a:spcPts val="200"/>
              </a:spcBef>
              <a:spcAft>
                <a:spcPct val="0"/>
              </a:spcAft>
              <a:buClr>
                <a:srgbClr val="009A44"/>
              </a:buClr>
              <a:buSzPct val="140000"/>
              <a:buFontTx/>
              <a:buNone/>
              <a:tabLst/>
              <a:defRPr/>
            </a:pPr>
            <a:endParaRPr kumimoji="0" lang="en-US" sz="10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1217613" rtl="0" eaLnBrk="0" fontAlgn="base" latinLnBrk="0" hangingPunct="0">
              <a:lnSpc>
                <a:spcPct val="100000"/>
              </a:lnSpc>
              <a:spcBef>
                <a:spcPts val="200"/>
              </a:spcBef>
              <a:spcAft>
                <a:spcPct val="0"/>
              </a:spcAft>
              <a:buClr>
                <a:srgbClr val="009A44"/>
              </a:buClr>
              <a:buSzPct val="140000"/>
              <a:buFontTx/>
              <a:buNone/>
              <a:tabLst/>
              <a:defRPr/>
            </a:pPr>
            <a:endParaRPr kumimoji="0" lang="en-US" sz="10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1217613" rtl="0" eaLnBrk="0" fontAlgn="base" latinLnBrk="0" hangingPunct="0">
              <a:lnSpc>
                <a:spcPct val="100000"/>
              </a:lnSpc>
              <a:spcBef>
                <a:spcPts val="200"/>
              </a:spcBef>
              <a:spcAft>
                <a:spcPct val="0"/>
              </a:spcAft>
              <a:buClr>
                <a:srgbClr val="009A44"/>
              </a:buClr>
              <a:buSzPct val="140000"/>
              <a:buFontTx/>
              <a:buNone/>
              <a:tabLst/>
              <a:defRPr/>
            </a:pPr>
            <a:endParaRPr kumimoji="0" lang="en-US" sz="10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1217613" rtl="0" eaLnBrk="0" fontAlgn="base" latinLnBrk="0" hangingPunct="0">
              <a:lnSpc>
                <a:spcPct val="100000"/>
              </a:lnSpc>
              <a:spcBef>
                <a:spcPts val="200"/>
              </a:spcBef>
              <a:spcAft>
                <a:spcPct val="0"/>
              </a:spcAft>
              <a:buClr>
                <a:srgbClr val="009A44"/>
              </a:buClr>
              <a:buSzPct val="140000"/>
              <a:buFontTx/>
              <a:buNone/>
              <a:tabLst/>
              <a:defRPr/>
            </a:pPr>
            <a:endParaRPr kumimoji="0" lang="en-US" sz="10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1217613" rtl="0" eaLnBrk="0" fontAlgn="base" latinLnBrk="0" hangingPunct="0">
              <a:lnSpc>
                <a:spcPct val="100000"/>
              </a:lnSpc>
              <a:spcBef>
                <a:spcPts val="200"/>
              </a:spcBef>
              <a:spcAft>
                <a:spcPct val="0"/>
              </a:spcAft>
              <a:buClr>
                <a:srgbClr val="009A44"/>
              </a:buClr>
              <a:buSzPct val="140000"/>
              <a:buFontTx/>
              <a:buNone/>
              <a:tabLst/>
              <a:defRPr/>
            </a:pPr>
            <a:endParaRPr kumimoji="0" lang="en-US" sz="10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1217613" rtl="0" eaLnBrk="0" fontAlgn="base" latinLnBrk="0" hangingPunct="0">
              <a:lnSpc>
                <a:spcPct val="100000"/>
              </a:lnSpc>
              <a:spcBef>
                <a:spcPts val="200"/>
              </a:spcBef>
              <a:spcAft>
                <a:spcPct val="0"/>
              </a:spcAft>
              <a:buClr>
                <a:srgbClr val="009A44"/>
              </a:buClr>
              <a:buSzPct val="140000"/>
              <a:buFontTx/>
              <a:buNone/>
              <a:tabLst/>
              <a:defRPr/>
            </a:pPr>
            <a:endParaRPr kumimoji="0" lang="en-US" sz="10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algn="just" fontAlgn="base"/>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Company 1 |  Client | Dates </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Main activities done during the project.</a:t>
            </a:r>
          </a:p>
        </p:txBody>
      </p:sp>
      <p:sp>
        <p:nvSpPr>
          <p:cNvPr id="10" name="Text Placeholder 20">
            <a:extLst>
              <a:ext uri="{FF2B5EF4-FFF2-40B4-BE49-F238E27FC236}">
                <a16:creationId xmlns:a16="http://schemas.microsoft.com/office/drawing/2014/main" id="{CCB43393-9254-0ABE-4CD9-AF14F2489AE9}"/>
              </a:ext>
            </a:extLst>
          </p:cNvPr>
          <p:cNvSpPr txBox="1">
            <a:spLocks/>
          </p:cNvSpPr>
          <p:nvPr/>
        </p:nvSpPr>
        <p:spPr>
          <a:xfrm>
            <a:off x="231929" y="3111384"/>
            <a:ext cx="3359896" cy="2864761"/>
          </a:xfrm>
          <a:prstGeom prst="rect">
            <a:avLst/>
          </a:prstGeom>
        </p:spPr>
        <p:txBody>
          <a:bodyPr>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20000"/>
              </a:lnSpc>
              <a:spcBef>
                <a:spcPts val="200"/>
              </a:spcBef>
              <a:spcAft>
                <a:spcPct val="0"/>
              </a:spcAft>
              <a:buClr>
                <a:srgbClr val="009A44"/>
              </a:buClr>
              <a:buSzPct val="140000"/>
              <a:buFont typeface="Arial" panose="020B0604020202020204" pitchFamily="34" charset="0"/>
              <a:buChar char="•"/>
              <a:tabLst/>
              <a:defRPr/>
            </a:pPr>
            <a:r>
              <a:rPr lang="es-MX" altLang="es-MX" sz="3100" dirty="0">
                <a:solidFill>
                  <a:prstClr val="black"/>
                </a:solidFill>
                <a:latin typeface="Open Sans" panose="020B0606030504020204" pitchFamily="34" charset="0"/>
                <a:ea typeface="Open Sans" panose="020B0606030504020204" pitchFamily="34" charset="0"/>
                <a:cs typeface="Open Sans" panose="020B0606030504020204" pitchFamily="34" charset="0"/>
              </a:rPr>
              <a:t>SKILL 1</a:t>
            </a:r>
          </a:p>
          <a:p>
            <a:pPr>
              <a:lnSpc>
                <a:spcPct val="120000"/>
              </a:lnSpc>
              <a:spcBef>
                <a:spcPts val="200"/>
              </a:spcBef>
              <a:spcAft>
                <a:spcPct val="0"/>
              </a:spcAft>
              <a:buClr>
                <a:srgbClr val="009A44"/>
              </a:buClr>
              <a:buSzPct val="140000"/>
              <a:defRPr/>
            </a:pPr>
            <a:r>
              <a:rPr lang="es-MX" altLang="es-MX" sz="3100" dirty="0">
                <a:solidFill>
                  <a:prstClr val="black"/>
                </a:solidFill>
                <a:latin typeface="Open Sans" panose="020B0606030504020204" pitchFamily="34" charset="0"/>
                <a:ea typeface="Open Sans" panose="020B0606030504020204" pitchFamily="34" charset="0"/>
                <a:cs typeface="Open Sans" panose="020B0606030504020204" pitchFamily="34" charset="0"/>
              </a:rPr>
              <a:t>SKILL 2</a:t>
            </a:r>
          </a:p>
          <a:p>
            <a:pPr>
              <a:lnSpc>
                <a:spcPct val="120000"/>
              </a:lnSpc>
              <a:spcBef>
                <a:spcPts val="200"/>
              </a:spcBef>
              <a:spcAft>
                <a:spcPct val="0"/>
              </a:spcAft>
              <a:buClr>
                <a:srgbClr val="009A44"/>
              </a:buClr>
              <a:buSzPct val="140000"/>
              <a:defRPr/>
            </a:pPr>
            <a:r>
              <a:rPr lang="es-MX" altLang="es-MX" sz="3100" dirty="0">
                <a:solidFill>
                  <a:prstClr val="black"/>
                </a:solidFill>
                <a:latin typeface="Open Sans" panose="020B0606030504020204" pitchFamily="34" charset="0"/>
                <a:ea typeface="Open Sans" panose="020B0606030504020204" pitchFamily="34" charset="0"/>
                <a:cs typeface="Open Sans" panose="020B0606030504020204" pitchFamily="34" charset="0"/>
              </a:rPr>
              <a:t>SKILL 3</a:t>
            </a:r>
          </a:p>
          <a:p>
            <a:pPr>
              <a:lnSpc>
                <a:spcPct val="120000"/>
              </a:lnSpc>
              <a:spcBef>
                <a:spcPts val="200"/>
              </a:spcBef>
              <a:spcAft>
                <a:spcPct val="0"/>
              </a:spcAft>
              <a:buClr>
                <a:srgbClr val="009A44"/>
              </a:buClr>
              <a:buSzPct val="140000"/>
              <a:defRPr/>
            </a:pPr>
            <a:r>
              <a:rPr lang="es-MX" altLang="es-MX" sz="3100" dirty="0">
                <a:solidFill>
                  <a:prstClr val="black"/>
                </a:solidFill>
                <a:latin typeface="Open Sans" panose="020B0606030504020204" pitchFamily="34" charset="0"/>
                <a:ea typeface="Open Sans" panose="020B0606030504020204" pitchFamily="34" charset="0"/>
                <a:cs typeface="Open Sans" panose="020B0606030504020204" pitchFamily="34" charset="0"/>
              </a:rPr>
              <a:t>SKILL 4</a:t>
            </a:r>
          </a:p>
          <a:p>
            <a:pPr marL="0" indent="0" fontAlgn="base">
              <a:buNone/>
            </a:pPr>
            <a:r>
              <a:rPr lang="en-US" sz="3200" dirty="0">
                <a:solidFill>
                  <a:srgbClr val="009A44"/>
                </a:solidFill>
                <a:latin typeface="Open Sans" panose="020B0606030504020204" pitchFamily="34" charset="0"/>
                <a:ea typeface="Open Sans" panose="020B0606030504020204" pitchFamily="34" charset="0"/>
                <a:cs typeface="Open Sans" panose="020B0606030504020204" pitchFamily="34" charset="0"/>
              </a:rPr>
              <a:t>​</a:t>
            </a:r>
            <a:r>
              <a:rPr lang="en-US" sz="3200" b="1" dirty="0">
                <a:solidFill>
                  <a:srgbClr val="009A44"/>
                </a:solidFill>
                <a:latin typeface="Open Sans" panose="020B0606030504020204" pitchFamily="34" charset="0"/>
                <a:ea typeface="Open Sans" panose="020B0606030504020204" pitchFamily="34" charset="0"/>
                <a:cs typeface="Open Sans" panose="020B0606030504020204" pitchFamily="34" charset="0"/>
              </a:rPr>
              <a:t> </a:t>
            </a:r>
            <a:r>
              <a:rPr lang="en-US" sz="34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TECHNOLOGIES – TOOLS </a:t>
            </a:r>
            <a:endParaRPr lang="en-US" sz="3400"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buNone/>
            </a:pPr>
            <a:r>
              <a:rPr lang="es-MX" sz="3100" dirty="0" err="1">
                <a:latin typeface="Open Sans" panose="020B0606030504020204" pitchFamily="34" charset="0"/>
                <a:ea typeface="Open Sans" panose="020B0606030504020204" pitchFamily="34" charset="0"/>
                <a:cs typeface="Open Sans" panose="020B0606030504020204" pitchFamily="34" charset="0"/>
              </a:rPr>
              <a:t>PowerBI</a:t>
            </a:r>
            <a:r>
              <a:rPr lang="es-MX" sz="3100" dirty="0">
                <a:latin typeface="Open Sans" panose="020B0606030504020204" pitchFamily="34" charset="0"/>
                <a:ea typeface="Open Sans" panose="020B0606030504020204" pitchFamily="34" charset="0"/>
                <a:cs typeface="Open Sans" panose="020B0606030504020204" pitchFamily="34" charset="0"/>
              </a:rPr>
              <a:t>, Java, </a:t>
            </a:r>
            <a:r>
              <a:rPr lang="es-MX" sz="3100" dirty="0" err="1">
                <a:latin typeface="Open Sans" panose="020B0606030504020204" pitchFamily="34" charset="0"/>
                <a:ea typeface="Open Sans" panose="020B0606030504020204" pitchFamily="34" charset="0"/>
                <a:cs typeface="Open Sans" panose="020B0606030504020204" pitchFamily="34" charset="0"/>
              </a:rPr>
              <a:t>Snowflake</a:t>
            </a:r>
            <a:r>
              <a:rPr lang="es-MX" sz="3100" dirty="0">
                <a:latin typeface="Open Sans" panose="020B0606030504020204" pitchFamily="34" charset="0"/>
                <a:ea typeface="Open Sans" panose="020B0606030504020204" pitchFamily="34" charset="0"/>
                <a:cs typeface="Open Sans" panose="020B0606030504020204" pitchFamily="34" charset="0"/>
              </a:rPr>
              <a:t>…</a:t>
            </a:r>
            <a:endParaRPr kumimoji="0" lang="es-MX" altLang="es-MX"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base"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9A44"/>
                </a:solidFill>
                <a:effectLst/>
                <a:uLnTx/>
                <a:uFillTx/>
                <a:latin typeface="Open Sans" panose="020B0606030504020204" pitchFamily="34" charset="0"/>
                <a:ea typeface="Open Sans" panose="020B0606030504020204" pitchFamily="34" charset="0"/>
                <a:cs typeface="Open Sans" panose="020B0606030504020204" pitchFamily="34" charset="0"/>
              </a:rPr>
              <a:t>​</a:t>
            </a:r>
            <a:r>
              <a:rPr kumimoji="0" lang="en-US" sz="2800" b="1" i="0" u="none" strike="noStrike" kern="1200" cap="none" spc="0" normalizeH="0" baseline="0" noProof="0" dirty="0">
                <a:ln>
                  <a:noFill/>
                </a:ln>
                <a:solidFill>
                  <a:srgbClr val="009A44"/>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3400" b="1" i="0" u="none" strike="noStrike" kern="1200" cap="none" spc="0" normalizeH="0" baseline="0" noProof="0" dirty="0">
                <a:ln>
                  <a:noFill/>
                </a:ln>
                <a:solidFill>
                  <a:srgbClr val="6FC2B4"/>
                </a:solidFill>
                <a:effectLst/>
                <a:uLnTx/>
                <a:uFillTx/>
                <a:latin typeface="Open Sans" panose="020B0606030504020204" pitchFamily="34" charset="0"/>
                <a:ea typeface="Open Sans" panose="020B0606030504020204" pitchFamily="34" charset="0"/>
                <a:cs typeface="Open Sans" panose="020B0606030504020204" pitchFamily="34" charset="0"/>
              </a:rPr>
              <a:t>EDUCATION</a:t>
            </a:r>
            <a:endParaRPr kumimoji="0" lang="en-US" sz="3400" b="0" i="0" u="none" strike="noStrike" kern="1200" cap="none" spc="0" normalizeH="0" baseline="0" noProof="0" dirty="0">
              <a:ln>
                <a:noFill/>
              </a:ln>
              <a:solidFill>
                <a:srgbClr val="6FC2B4"/>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en-US"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XX</a:t>
            </a:r>
            <a:r>
              <a:rPr kumimoji="0" lang="es-MX"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X</a:t>
            </a:r>
          </a:p>
          <a:p>
            <a:pPr marL="0" marR="0" lvl="0" indent="0" algn="l" defTabSz="914400" rtl="0" eaLnBrk="1" fontAlgn="auto" latinLnBrk="0" hangingPunct="1">
              <a:lnSpc>
                <a:spcPct val="120000"/>
              </a:lnSpc>
              <a:spcBef>
                <a:spcPts val="200"/>
              </a:spcBef>
              <a:spcAft>
                <a:spcPct val="0"/>
              </a:spcAft>
              <a:buClr>
                <a:srgbClr val="92D400"/>
              </a:buClr>
              <a:buSzPct val="140000"/>
              <a:buFont typeface="Arial" panose="020B0604020202020204" pitchFamily="34" charset="0"/>
              <a:buNone/>
              <a:tabLst/>
              <a:defRPr/>
            </a:pPr>
            <a:r>
              <a:rPr kumimoji="0" lang="en-US" sz="3400" b="1" i="0" u="none" strike="noStrike" kern="1200" cap="none" spc="0" normalizeH="0" baseline="0" noProof="0" dirty="0">
                <a:ln>
                  <a:noFill/>
                </a:ln>
                <a:solidFill>
                  <a:srgbClr val="6FC2B4"/>
                </a:solidFill>
                <a:effectLst/>
                <a:uLnTx/>
                <a:uFillTx/>
                <a:latin typeface="Open Sans" panose="020B0606030504020204" pitchFamily="34" charset="0"/>
                <a:ea typeface="Open Sans" panose="020B0606030504020204" pitchFamily="34" charset="0"/>
                <a:cs typeface="Open Sans" panose="020B0606030504020204" pitchFamily="34" charset="0"/>
              </a:rPr>
              <a:t>CERTIFICATIONS</a:t>
            </a:r>
          </a:p>
          <a:p>
            <a:pPr marL="228600" marR="0" lvl="0" indent="-228600" algn="l" defTabSz="914400" rtl="0" eaLnBrk="1" fontAlgn="auto" latinLnBrk="0" hangingPunct="1">
              <a:lnSpc>
                <a:spcPct val="120000"/>
              </a:lnSpc>
              <a:spcBef>
                <a:spcPts val="200"/>
              </a:spcBef>
              <a:spcAft>
                <a:spcPct val="0"/>
              </a:spcAft>
              <a:buClr>
                <a:srgbClr val="009A44"/>
              </a:buClr>
              <a:buSzPct val="140000"/>
              <a:buFont typeface="Arial" panose="020B0604020202020204" pitchFamily="34" charset="0"/>
              <a:buChar char="•"/>
              <a:tabLst/>
              <a:defRPr/>
            </a:pPr>
            <a:r>
              <a:rPr kumimoji="0" lang="es-MX"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a:t>
            </a:r>
            <a:endParaRPr kumimoji="0" lang="es-MX" altLang="es-MX"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228600" marR="0" lvl="0" indent="-228600" algn="l" defTabSz="914400" rtl="0" eaLnBrk="1" fontAlgn="auto" latinLnBrk="0" hangingPunct="1">
              <a:lnSpc>
                <a:spcPct val="120000"/>
              </a:lnSpc>
              <a:spcBef>
                <a:spcPts val="200"/>
              </a:spcBef>
              <a:spcAft>
                <a:spcPct val="0"/>
              </a:spcAft>
              <a:buClr>
                <a:srgbClr val="009A44"/>
              </a:buClr>
              <a:buSzPct val="140000"/>
              <a:buFont typeface="Arial" panose="020B0604020202020204" pitchFamily="34" charset="0"/>
              <a:buChar char="•"/>
              <a:tabLst/>
              <a:defRPr/>
            </a:pPr>
            <a:r>
              <a:rPr kumimoji="0" lang="es-MX" altLang="es-MX"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B</a:t>
            </a:r>
          </a:p>
          <a:p>
            <a:pPr marL="228600" marR="0" lvl="0" indent="-228600" algn="l" defTabSz="914400" rtl="0" eaLnBrk="1" fontAlgn="auto" latinLnBrk="0" hangingPunct="1">
              <a:lnSpc>
                <a:spcPct val="120000"/>
              </a:lnSpc>
              <a:spcBef>
                <a:spcPts val="200"/>
              </a:spcBef>
              <a:spcAft>
                <a:spcPct val="0"/>
              </a:spcAft>
              <a:buClr>
                <a:srgbClr val="009A44"/>
              </a:buClr>
              <a:buSzPct val="140000"/>
              <a:buFont typeface="Arial" panose="020B0604020202020204" pitchFamily="34" charset="0"/>
              <a:buChar char="•"/>
              <a:tabLst/>
              <a:defRPr/>
            </a:pPr>
            <a:r>
              <a:rPr kumimoji="0" lang="es-MX"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a:t>
            </a:r>
            <a:endParaRPr kumimoji="0" lang="en-US"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pic>
        <p:nvPicPr>
          <p:cNvPr id="3" name="Imagen 2">
            <a:extLst>
              <a:ext uri="{FF2B5EF4-FFF2-40B4-BE49-F238E27FC236}">
                <a16:creationId xmlns:a16="http://schemas.microsoft.com/office/drawing/2014/main" id="{B4ABA9F3-CD52-7CF9-3488-9D86D9ADE3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0127417" y="34579"/>
            <a:ext cx="1685026" cy="1333090"/>
          </a:xfrm>
          <a:prstGeom prst="rect">
            <a:avLst/>
          </a:prstGeom>
        </p:spPr>
      </p:pic>
      <p:pic>
        <p:nvPicPr>
          <p:cNvPr id="15" name="Imagen 14">
            <a:extLst>
              <a:ext uri="{FF2B5EF4-FFF2-40B4-BE49-F238E27FC236}">
                <a16:creationId xmlns:a16="http://schemas.microsoft.com/office/drawing/2014/main" id="{544B32D8-FC8A-DD14-A912-655C13CE78C3}"/>
              </a:ext>
            </a:extLst>
          </p:cNvPr>
          <p:cNvPicPr>
            <a:picLocks noGrp="1" noRot="1" noChangeAspect="1" noMove="1" noResize="1" noEditPoints="1" noAdjustHandles="1" noChangeArrowheads="1" noChangeShapeType="1" noCrop="1"/>
          </p:cNvPicPr>
          <p:nvPr/>
        </p:nvPicPr>
        <p:blipFill>
          <a:blip r:embed="rId2">
            <a:alphaModFix amt="50000"/>
            <a:extLst>
              <a:ext uri="{28A0092B-C50C-407E-A947-70E740481C1C}">
                <a14:useLocalDpi xmlns:a14="http://schemas.microsoft.com/office/drawing/2010/main" val="0"/>
              </a:ext>
            </a:extLst>
          </a:blip>
          <a:srcRect l="35999" t="38353" b="17106"/>
          <a:stretch/>
        </p:blipFill>
        <p:spPr>
          <a:xfrm>
            <a:off x="53853" y="6247694"/>
            <a:ext cx="1108475" cy="610306"/>
          </a:xfrm>
          <a:prstGeom prst="rect">
            <a:avLst/>
          </a:prstGeom>
        </p:spPr>
      </p:pic>
      <p:sp>
        <p:nvSpPr>
          <p:cNvPr id="2" name="Text Placeholder 12">
            <a:extLst>
              <a:ext uri="{FF2B5EF4-FFF2-40B4-BE49-F238E27FC236}">
                <a16:creationId xmlns:a16="http://schemas.microsoft.com/office/drawing/2014/main" id="{4C54F040-54F3-B30D-C262-FF65DAB8CDC5}"/>
              </a:ext>
            </a:extLst>
          </p:cNvPr>
          <p:cNvSpPr txBox="1">
            <a:spLocks/>
          </p:cNvSpPr>
          <p:nvPr/>
        </p:nvSpPr>
        <p:spPr>
          <a:xfrm>
            <a:off x="7764649" y="6064846"/>
            <a:ext cx="4017543" cy="505228"/>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000"/>
              </a:spcBef>
              <a:spcAft>
                <a:spcPts val="0"/>
              </a:spcAft>
              <a:buClr>
                <a:srgbClr val="5B9BD5"/>
              </a:buClr>
              <a:buSzPct val="140000"/>
              <a:buFont typeface="Courier New" panose="02070309020205020404" pitchFamily="49" charset="0"/>
              <a:buChar char="o"/>
              <a:tabLst/>
              <a:defRPr/>
            </a:pPr>
            <a:r>
              <a:rPr kumimoji="0" lang="es-MX" altLang="es-MX" sz="1000" b="0" i="0" u="none" strike="noStrike" kern="1200" cap="none" spc="-30" normalizeH="0" baseline="0" noProof="0">
                <a:ln>
                  <a:noFill/>
                </a:ln>
                <a:solidFill>
                  <a:srgbClr val="091D09"/>
                </a:solidFill>
                <a:effectLst/>
                <a:uLnTx/>
                <a:uFillTx/>
                <a:latin typeface="Open Sans" panose="020B0606030504020204" pitchFamily="34" charset="0"/>
                <a:ea typeface="Open Sans" panose="020B0606030504020204" pitchFamily="34" charset="0"/>
                <a:cs typeface="Open Sans" panose="020B0606030504020204" pitchFamily="34" charset="0"/>
              </a:rPr>
              <a:t>C</a:t>
            </a:r>
          </a:p>
          <a:p>
            <a:pPr marL="228600" marR="0" lvl="0" indent="-228600" algn="l" defTabSz="914400" rtl="0" eaLnBrk="1" fontAlgn="auto" latinLnBrk="0" hangingPunct="1">
              <a:lnSpc>
                <a:spcPct val="100000"/>
              </a:lnSpc>
              <a:spcBef>
                <a:spcPts val="1000"/>
              </a:spcBef>
              <a:spcAft>
                <a:spcPts val="0"/>
              </a:spcAft>
              <a:buClr>
                <a:srgbClr val="5B9BD5"/>
              </a:buClr>
              <a:buSzPct val="140000"/>
              <a:buFont typeface="Courier New" panose="02070309020205020404" pitchFamily="49" charset="0"/>
              <a:buChar char="o"/>
              <a:tabLst/>
              <a:defRPr/>
            </a:pPr>
            <a:r>
              <a:rPr kumimoji="0" lang="es-MX" sz="1000" b="0" i="0" u="none" strike="noStrike" kern="1200" cap="none" spc="-30" normalizeH="0" baseline="0" noProof="0">
                <a:ln>
                  <a:noFill/>
                </a:ln>
                <a:solidFill>
                  <a:srgbClr val="091D09"/>
                </a:solidFill>
                <a:effectLst/>
                <a:uLnTx/>
                <a:uFillTx/>
                <a:latin typeface="Open Sans" panose="020B0606030504020204" pitchFamily="34" charset="0"/>
                <a:ea typeface="Open Sans" panose="020B0606030504020204" pitchFamily="34" charset="0"/>
                <a:cs typeface="Open Sans" panose="020B0606030504020204" pitchFamily="34" charset="0"/>
              </a:rPr>
              <a:t>D</a:t>
            </a:r>
            <a:endParaRPr kumimoji="0" lang="es-ES_tradnl" sz="1000" b="0" i="0" u="none" strike="noStrike" kern="1200" cap="none" spc="-30" normalizeH="0" baseline="0" noProof="0">
              <a:ln>
                <a:noFill/>
              </a:ln>
              <a:solidFill>
                <a:srgbClr val="091D09"/>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pic>
        <p:nvPicPr>
          <p:cNvPr id="4" name="Picture Placeholder 11">
            <a:extLst>
              <a:ext uri="{FF2B5EF4-FFF2-40B4-BE49-F238E27FC236}">
                <a16:creationId xmlns:a16="http://schemas.microsoft.com/office/drawing/2014/main" id="{41DF41C5-B8E6-DD8C-CE7B-81C5D16B31B7}"/>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rcRect/>
          <a:stretch>
            <a:fillRect/>
          </a:stretch>
        </p:blipFill>
        <p:spPr>
          <a:xfrm>
            <a:off x="389323" y="1218361"/>
            <a:ext cx="1321639" cy="1321527"/>
          </a:xfrm>
          <a:prstGeom prst="ellipse">
            <a:avLst/>
          </a:prstGeom>
          <a:ln w="28575" cap="rnd">
            <a:solidFill>
              <a:srgbClr val="009A44"/>
            </a:solidFill>
          </a:ln>
          <a:effectLst/>
        </p:spPr>
      </p:pic>
    </p:spTree>
    <p:extLst>
      <p:ext uri="{BB962C8B-B14F-4D97-AF65-F5344CB8AC3E}">
        <p14:creationId xmlns:p14="http://schemas.microsoft.com/office/powerpoint/2010/main" val="2316733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213EF-256D-FBD5-A913-4731A74594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18297E-A2DF-1B2A-7B87-E9B040604B85}"/>
              </a:ext>
            </a:extLst>
          </p:cNvPr>
          <p:cNvSpPr>
            <a:spLocks noGrp="1"/>
          </p:cNvSpPr>
          <p:nvPr>
            <p:ph type="title"/>
          </p:nvPr>
        </p:nvSpPr>
        <p:spPr/>
        <p:txBody>
          <a:bodyPr/>
          <a:lstStyle/>
          <a:p>
            <a:r>
              <a:rPr lang="es-MX" sz="2800"/>
              <a:t>Resumen | Nombre y Apellido</a:t>
            </a:r>
            <a:endParaRPr lang="en-US"/>
          </a:p>
        </p:txBody>
      </p:sp>
      <p:sp>
        <p:nvSpPr>
          <p:cNvPr id="4" name="Text Placeholder 3">
            <a:extLst>
              <a:ext uri="{FF2B5EF4-FFF2-40B4-BE49-F238E27FC236}">
                <a16:creationId xmlns:a16="http://schemas.microsoft.com/office/drawing/2014/main" id="{523CCDDF-BA52-E9D6-EBBF-A236038A9298}"/>
              </a:ext>
            </a:extLst>
          </p:cNvPr>
          <p:cNvSpPr>
            <a:spLocks noGrp="1"/>
          </p:cNvSpPr>
          <p:nvPr>
            <p:ph type="body" sz="quarter" idx="15"/>
          </p:nvPr>
        </p:nvSpPr>
        <p:spPr/>
        <p:txBody>
          <a:bodyPr/>
          <a:lstStyle/>
          <a:p>
            <a:pPr marL="0" marR="0" lvl="0" indent="0" algn="l" defTabSz="914400" rtl="0" eaLnBrk="1" fontAlgn="auto" latinLnBrk="0" hangingPunct="1">
              <a:lnSpc>
                <a:spcPct val="100000"/>
              </a:lnSpc>
              <a:spcBef>
                <a:spcPts val="1000"/>
              </a:spcBef>
              <a:spcAft>
                <a:spcPts val="0"/>
              </a:spcAft>
              <a:buClr>
                <a:srgbClr val="787878"/>
              </a:buClr>
              <a:buSzPct val="75000"/>
              <a:buFont typeface="Arial" panose="020B0604020202020204" pitchFamily="34" charset="0"/>
              <a:buNone/>
              <a:tabLst/>
              <a:defRPr/>
            </a:pPr>
            <a:r>
              <a:rPr kumimoji="0" lang="en-US" sz="900" b="1" i="0" u="none" strike="noStrike" kern="0" cap="all" spc="250" normalizeH="0" baseline="0" noProof="0">
                <a:ln>
                  <a:noFill/>
                </a:ln>
                <a:solidFill>
                  <a:srgbClr val="FFFFFF">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Operation excellence</a:t>
            </a:r>
          </a:p>
        </p:txBody>
      </p:sp>
      <p:pic>
        <p:nvPicPr>
          <p:cNvPr id="3" name="Imagen 2">
            <a:extLst>
              <a:ext uri="{FF2B5EF4-FFF2-40B4-BE49-F238E27FC236}">
                <a16:creationId xmlns:a16="http://schemas.microsoft.com/office/drawing/2014/main" id="{C223EB6D-C26A-6415-7EE4-F5922D3560A7}"/>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0127417" y="34579"/>
            <a:ext cx="1685026" cy="1333090"/>
          </a:xfrm>
          <a:prstGeom prst="rect">
            <a:avLst/>
          </a:prstGeom>
        </p:spPr>
      </p:pic>
      <p:pic>
        <p:nvPicPr>
          <p:cNvPr id="5" name="Imagen 4">
            <a:extLst>
              <a:ext uri="{FF2B5EF4-FFF2-40B4-BE49-F238E27FC236}">
                <a16:creationId xmlns:a16="http://schemas.microsoft.com/office/drawing/2014/main" id="{5EB049DA-1917-2231-1F2D-FDDDE8EA06D8}"/>
              </a:ext>
            </a:extLst>
          </p:cNvPr>
          <p:cNvPicPr>
            <a:picLocks noGrp="1" noRot="1" noMove="1" noResize="1" noEditPoints="1" noAdjustHandles="1" noChangeArrowheads="1" noChangeShapeType="1" noCrop="1"/>
          </p:cNvPicPr>
          <p:nvPr/>
        </p:nvPicPr>
        <p:blipFill>
          <a:blip r:embed="rId2">
            <a:alphaModFix amt="50000"/>
            <a:extLst>
              <a:ext uri="{28A0092B-C50C-407E-A947-70E740481C1C}">
                <a14:useLocalDpi xmlns:a14="http://schemas.microsoft.com/office/drawing/2010/main" val="0"/>
              </a:ext>
            </a:extLst>
          </a:blip>
          <a:srcRect l="35999" t="38353" b="17106"/>
          <a:stretch/>
        </p:blipFill>
        <p:spPr>
          <a:xfrm>
            <a:off x="53853" y="6247694"/>
            <a:ext cx="1108475" cy="610306"/>
          </a:xfrm>
          <a:prstGeom prst="rect">
            <a:avLst/>
          </a:prstGeom>
        </p:spPr>
      </p:pic>
      <p:sp>
        <p:nvSpPr>
          <p:cNvPr id="7" name="Bocadillo: rectángulo con esquinas redondeadas 6">
            <a:extLst>
              <a:ext uri="{FF2B5EF4-FFF2-40B4-BE49-F238E27FC236}">
                <a16:creationId xmlns:a16="http://schemas.microsoft.com/office/drawing/2014/main" id="{2AFC95C8-FA8E-89EF-4A10-DE9434067E62}"/>
              </a:ext>
            </a:extLst>
          </p:cNvPr>
          <p:cNvSpPr/>
          <p:nvPr/>
        </p:nvSpPr>
        <p:spPr>
          <a:xfrm>
            <a:off x="8826285" y="2797979"/>
            <a:ext cx="2482945" cy="1890257"/>
          </a:xfrm>
          <a:prstGeom prst="wedgeRoundRectCallou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Calibri" panose="020F0502020204030204"/>
                <a:ea typeface="+mn-ea"/>
                <a:cs typeface="+mn-cs"/>
              </a:rPr>
              <a:t>Resumen breve de la experiencia laboral, habilidades clave y educación. Basarse en la plantilla anteriormente creada.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Calibri" panose="020F0502020204030204"/>
                <a:ea typeface="+mn-ea"/>
                <a:cs typeface="+mn-cs"/>
              </a:rPr>
              <a:t>La foto debe ir en blanco y negro.</a:t>
            </a:r>
          </a:p>
        </p:txBody>
      </p:sp>
      <p:pic>
        <p:nvPicPr>
          <p:cNvPr id="8" name="Picture 18" descr="Call center with solid fill">
            <a:extLst>
              <a:ext uri="{FF2B5EF4-FFF2-40B4-BE49-F238E27FC236}">
                <a16:creationId xmlns:a16="http://schemas.microsoft.com/office/drawing/2014/main" id="{7AC03697-99A9-A003-31BD-E75FC42C770C}"/>
              </a:ext>
            </a:extLst>
          </p:cNvPr>
          <p:cNvPicPr>
            <a:picLocks noChangeAspect="1"/>
          </p:cNvPicPr>
          <p:nvPr/>
        </p:nvPicPr>
        <p:blipFill>
          <a:blip>
            <a:extLst>
              <a:ext uri="{96DAC541-7B7A-43D3-8B79-37D633B846F1}">
                <asvg:svgBlip xmlns:asvg="http://schemas.microsoft.com/office/drawing/2016/SVG/main" r:embed="rId3"/>
              </a:ext>
            </a:extLst>
          </a:blip>
          <a:srcRect t="44" b="44"/>
          <a:stretch/>
        </p:blipFill>
        <p:spPr>
          <a:xfrm>
            <a:off x="566307" y="1381732"/>
            <a:ext cx="1377184" cy="1375982"/>
          </a:xfrm>
          <a:prstGeom prst="ellipse">
            <a:avLst/>
          </a:prstGeom>
          <a:noFill/>
          <a:ln w="38100">
            <a:solidFill>
              <a:srgbClr val="009A44"/>
            </a:solidFill>
          </a:ln>
        </p:spPr>
      </p:pic>
      <p:pic>
        <p:nvPicPr>
          <p:cNvPr id="9" name="Picture 18" descr="Call center with solid fill">
            <a:extLst>
              <a:ext uri="{FF2B5EF4-FFF2-40B4-BE49-F238E27FC236}">
                <a16:creationId xmlns:a16="http://schemas.microsoft.com/office/drawing/2014/main" id="{4873B7E5-DF2C-668D-D3CB-B83EE6101E16}"/>
              </a:ext>
            </a:extLst>
          </p:cNvPr>
          <p:cNvPicPr>
            <a:picLocks noChangeAspect="1"/>
          </p:cNvPicPr>
          <p:nvPr/>
        </p:nvPicPr>
        <p:blipFill>
          <a:blip>
            <a:extLst>
              <a:ext uri="{96DAC541-7B7A-43D3-8B79-37D633B846F1}">
                <asvg:svgBlip xmlns:asvg="http://schemas.microsoft.com/office/drawing/2016/SVG/main" r:embed="rId3"/>
              </a:ext>
            </a:extLst>
          </a:blip>
          <a:srcRect t="44" b="44"/>
          <a:stretch/>
        </p:blipFill>
        <p:spPr>
          <a:xfrm>
            <a:off x="4026682" y="1338177"/>
            <a:ext cx="1377183" cy="1375981"/>
          </a:xfrm>
          <a:prstGeom prst="ellipse">
            <a:avLst/>
          </a:prstGeom>
          <a:noFill/>
          <a:ln w="38100">
            <a:solidFill>
              <a:srgbClr val="009A44"/>
            </a:solidFill>
          </a:ln>
        </p:spPr>
      </p:pic>
      <p:graphicFrame>
        <p:nvGraphicFramePr>
          <p:cNvPr id="10" name="Table 9">
            <a:extLst>
              <a:ext uri="{FF2B5EF4-FFF2-40B4-BE49-F238E27FC236}">
                <a16:creationId xmlns:a16="http://schemas.microsoft.com/office/drawing/2014/main" id="{C41C9AE3-8CEB-D444-6F19-CE48B05DF994}"/>
              </a:ext>
            </a:extLst>
          </p:cNvPr>
          <p:cNvGraphicFramePr>
            <a:graphicFrameLocks noGrp="1"/>
          </p:cNvGraphicFramePr>
          <p:nvPr/>
        </p:nvGraphicFramePr>
        <p:xfrm>
          <a:off x="457200" y="3014810"/>
          <a:ext cx="3397624" cy="1828800"/>
        </p:xfrm>
        <a:graphic>
          <a:graphicData uri="http://schemas.openxmlformats.org/drawingml/2006/table">
            <a:tbl>
              <a:tblPr firstRow="1" bandRow="1">
                <a:tableStyleId>{5C22544A-7EE6-4342-B048-85BDC9FD1C3A}</a:tableStyleId>
              </a:tblPr>
              <a:tblGrid>
                <a:gridCol w="3397624">
                  <a:extLst>
                    <a:ext uri="{9D8B030D-6E8A-4147-A177-3AD203B41FA5}">
                      <a16:colId xmlns:a16="http://schemas.microsoft.com/office/drawing/2014/main" val="315393296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a:ln>
                            <a:noFill/>
                          </a:ln>
                          <a:solidFill>
                            <a:prstClr val="black"/>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Nombre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a:ln>
                            <a:noFill/>
                          </a:ln>
                          <a:solidFill>
                            <a:srgbClr val="009A44"/>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Posición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altLang="es-MX"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altLang="es-MX" sz="1000" b="0" i="0" u="none" strike="noStrike" kern="1200" cap="none" spc="0" normalizeH="0" baseline="0" noProof="0">
                          <a:ln>
                            <a:noFill/>
                          </a:ln>
                          <a:solidFill>
                            <a:prstClr val="black"/>
                          </a:solidFill>
                          <a:effectLst/>
                          <a:uLnTx/>
                          <a:uFillTx/>
                          <a:latin typeface="+mn-lt"/>
                          <a:ea typeface="+mn-ea"/>
                          <a:cs typeface="+mn-cs"/>
                        </a:rPr>
                        <a:t>EJEMPLO: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altLang="es-MX" sz="1000" b="0" i="0" u="none" strike="noStrike" kern="1200" cap="none" spc="0" normalizeH="0" baseline="0" noProof="0">
                          <a:ln>
                            <a:noFill/>
                          </a:ln>
                          <a:solidFill>
                            <a:prstClr val="black"/>
                          </a:solidFill>
                          <a:effectLst/>
                          <a:uLnTx/>
                          <a:uFillTx/>
                          <a:latin typeface="+mn-lt"/>
                          <a:ea typeface="+mn-ea"/>
                          <a:cs typeface="+mn-cs"/>
                        </a:rPr>
                        <a:t>(</a:t>
                      </a:r>
                      <a:r>
                        <a:rPr kumimoji="0" lang="es-MX" altLang="es-MX" sz="1000" b="0" i="0" u="none" strike="noStrike" kern="1200" cap="none" spc="-1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Nombre) es  (cargo)… /  cuenta con (</a:t>
                      </a:r>
                      <a:r>
                        <a:rPr kumimoji="0" lang="es-MX" altLang="es-MX" sz="1000" b="0" i="0" u="none" strike="noStrike" kern="1200" cap="none" spc="-10" normalizeH="0" baseline="0" noProof="0" err="1">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cerficación</a:t>
                      </a:r>
                      <a:r>
                        <a:rPr kumimoji="0" lang="es-MX" altLang="es-MX" sz="1000" b="0" i="0" u="none" strike="noStrike" kern="1200" cap="none" spc="-1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lang="es-MX" sz="1000" b="0">
                          <a:solidFill>
                            <a:srgbClr val="666666">
                              <a:lumMod val="50000"/>
                            </a:srgbClr>
                          </a:solidFill>
                          <a:latin typeface="Open Sans" panose="020B0606030504020204" pitchFamily="34" charset="0"/>
                          <a:ea typeface="Open Sans" panose="020B0606030504020204" pitchFamily="34" charset="0"/>
                          <a:cs typeface="Open Sans" panose="020B0606030504020204" pitchFamily="34" charset="0"/>
                        </a:rPr>
                        <a:t> con (</a:t>
                      </a:r>
                      <a:r>
                        <a:rPr lang="es-MX" sz="1000" b="0" err="1">
                          <a:solidFill>
                            <a:srgbClr val="666666">
                              <a:lumMod val="50000"/>
                            </a:srgbClr>
                          </a:solidFill>
                          <a:latin typeface="Open Sans" panose="020B0606030504020204" pitchFamily="34" charset="0"/>
                          <a:ea typeface="Open Sans" panose="020B0606030504020204" pitchFamily="34" charset="0"/>
                          <a:cs typeface="Open Sans" panose="020B0606030504020204" pitchFamily="34" charset="0"/>
                        </a:rPr>
                        <a:t>xxx</a:t>
                      </a:r>
                      <a:r>
                        <a:rPr lang="es-MX" sz="1000" b="0">
                          <a:solidFill>
                            <a:srgbClr val="666666">
                              <a:lumMod val="50000"/>
                            </a:srgbClr>
                          </a:solidFill>
                          <a:latin typeface="Open Sans" panose="020B0606030504020204" pitchFamily="34" charset="0"/>
                          <a:ea typeface="Open Sans" panose="020B0606030504020204" pitchFamily="34" charset="0"/>
                          <a:cs typeface="Open Sans" panose="020B0606030504020204" pitchFamily="34" charset="0"/>
                        </a:rPr>
                        <a:t>) años de experiencia 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MX" sz="1000" b="0">
                        <a:solidFill>
                          <a:srgbClr val="666666">
                            <a:lumMod val="50000"/>
                          </a:srgbClr>
                        </a:solidFill>
                        <a:latin typeface="Open Sans" panose="020B0606030504020204" pitchFamily="34" charset="0"/>
                        <a:ea typeface="Open Sans" panose="020B0606030504020204" pitchFamily="34" charset="0"/>
                        <a:cs typeface="Open Sans" panose="020B0606030504020204" pitchFamily="34" charset="0"/>
                      </a:endParaRPr>
                    </a:p>
                    <a:p>
                      <a:pPr marL="0" indent="0" eaLnBrk="0" hangingPunct="0">
                        <a:spcBef>
                          <a:spcPts val="0"/>
                        </a:spcBef>
                        <a:spcAft>
                          <a:spcPts val="0"/>
                        </a:spcAft>
                        <a:buFont typeface="Wingdings" pitchFamily="2" charset="2"/>
                        <a:buNone/>
                      </a:pPr>
                      <a:r>
                        <a:rPr kumimoji="0" lang="es-MX" altLang="es-MX" sz="1000" b="0" i="0" u="none" strike="noStrike" kern="1200" cap="none" spc="0" normalizeH="0" baseline="0" noProof="0">
                          <a:ln>
                            <a:noFill/>
                          </a:ln>
                          <a:solidFill>
                            <a:prstClr val="black"/>
                          </a:solidFill>
                          <a:effectLst/>
                          <a:uLnTx/>
                          <a:uFillTx/>
                          <a:latin typeface="+mn-lt"/>
                          <a:ea typeface="+mn-ea"/>
                          <a:cs typeface="+mn-cs"/>
                        </a:rPr>
                        <a:t>(</a:t>
                      </a:r>
                      <a:r>
                        <a:rPr kumimoji="0" lang="es-MX" altLang="es-MX" sz="1000" b="0" i="0" u="none" strike="noStrike" kern="1200" cap="none" spc="-1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Nombre) </a:t>
                      </a:r>
                      <a:r>
                        <a:rPr lang="es-MX" sz="1000" b="0">
                          <a:solidFill>
                            <a:srgbClr val="666666">
                              <a:lumMod val="50000"/>
                            </a:srgbClr>
                          </a:solidFill>
                          <a:latin typeface="Open Sans" panose="020B0606030504020204" pitchFamily="34" charset="0"/>
                          <a:ea typeface="Open Sans" panose="020B0606030504020204" pitchFamily="34" charset="0"/>
                          <a:cs typeface="Open Sans" panose="020B0606030504020204" pitchFamily="34" charset="0"/>
                        </a:rPr>
                        <a:t> ha trabajando con…</a:t>
                      </a:r>
                    </a:p>
                    <a:p>
                      <a:pPr marL="0" indent="0" eaLnBrk="0" hangingPunct="0">
                        <a:spcBef>
                          <a:spcPts val="0"/>
                        </a:spcBef>
                        <a:spcAft>
                          <a:spcPts val="0"/>
                        </a:spcAft>
                        <a:buFont typeface="Wingdings" pitchFamily="2" charset="2"/>
                        <a:buNone/>
                      </a:pPr>
                      <a:endParaRPr lang="es-MX" sz="1000" b="0">
                        <a:solidFill>
                          <a:srgbClr val="666666">
                            <a:lumMod val="50000"/>
                          </a:srgbClr>
                        </a:solidFill>
                        <a:latin typeface="Open Sans" panose="020B0606030504020204" pitchFamily="34" charset="0"/>
                        <a:ea typeface="Open Sans" panose="020B0606030504020204" pitchFamily="34" charset="0"/>
                        <a:cs typeface="Open Sans" panose="020B0606030504020204" pitchFamily="34" charset="0"/>
                      </a:endParaRPr>
                    </a:p>
                    <a:p>
                      <a:pPr marL="0" indent="0" eaLnBrk="0" hangingPunct="0">
                        <a:spcBef>
                          <a:spcPts val="0"/>
                        </a:spcBef>
                        <a:spcAft>
                          <a:spcPts val="0"/>
                        </a:spcAft>
                        <a:buFont typeface="Wingdings" pitchFamily="2" charset="2"/>
                        <a:buNone/>
                      </a:pPr>
                      <a:r>
                        <a:rPr kumimoji="0" lang="es-MX" altLang="es-MX" sz="1000" b="0" i="0" u="none" strike="noStrike" kern="1200" cap="none" spc="0" normalizeH="0" baseline="0" noProof="0">
                          <a:ln>
                            <a:noFill/>
                          </a:ln>
                          <a:solidFill>
                            <a:prstClr val="black"/>
                          </a:solidFill>
                          <a:effectLst/>
                          <a:uLnTx/>
                          <a:uFillTx/>
                          <a:latin typeface="+mn-lt"/>
                          <a:ea typeface="+mn-ea"/>
                          <a:cs typeface="+mn-cs"/>
                        </a:rPr>
                        <a:t>(</a:t>
                      </a:r>
                      <a:r>
                        <a:rPr kumimoji="0" lang="es-MX" altLang="es-MX" sz="1000" b="0" i="0" u="none" strike="noStrike" kern="1200" cap="none" spc="-1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Nombre) </a:t>
                      </a:r>
                      <a:r>
                        <a:rPr lang="es-MX" sz="1000" b="0">
                          <a:solidFill>
                            <a:srgbClr val="666666">
                              <a:lumMod val="50000"/>
                            </a:srgbClr>
                          </a:solidFill>
                          <a:latin typeface="Open Sans" panose="020B0606030504020204" pitchFamily="34" charset="0"/>
                          <a:ea typeface="Open Sans" panose="020B0606030504020204" pitchFamily="34" charset="0"/>
                          <a:cs typeface="Open Sans" panose="020B0606030504020204" pitchFamily="34" charset="0"/>
                        </a:rPr>
                        <a:t> es Ingeniero/ Licenciado  en … -  Universidad...</a:t>
                      </a:r>
                    </a:p>
                  </a:txBody>
                  <a:tcPr marL="144000" marR="14400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65105006"/>
                  </a:ext>
                </a:extLst>
              </a:tr>
            </a:tbl>
          </a:graphicData>
        </a:graphic>
      </p:graphicFrame>
      <p:graphicFrame>
        <p:nvGraphicFramePr>
          <p:cNvPr id="11" name="Table 10">
            <a:extLst>
              <a:ext uri="{FF2B5EF4-FFF2-40B4-BE49-F238E27FC236}">
                <a16:creationId xmlns:a16="http://schemas.microsoft.com/office/drawing/2014/main" id="{920F5094-C230-44AA-A747-223E4BFF94C7}"/>
              </a:ext>
            </a:extLst>
          </p:cNvPr>
          <p:cNvGraphicFramePr>
            <a:graphicFrameLocks noGrp="1"/>
          </p:cNvGraphicFramePr>
          <p:nvPr/>
        </p:nvGraphicFramePr>
        <p:xfrm>
          <a:off x="4034118" y="3026444"/>
          <a:ext cx="3702050" cy="982980"/>
        </p:xfrm>
        <a:graphic>
          <a:graphicData uri="http://schemas.openxmlformats.org/drawingml/2006/table">
            <a:tbl>
              <a:tblPr firstRow="1" bandRow="1">
                <a:tableStyleId>{5C22544A-7EE6-4342-B048-85BDC9FD1C3A}</a:tableStyleId>
              </a:tblPr>
              <a:tblGrid>
                <a:gridCol w="3702050">
                  <a:extLst>
                    <a:ext uri="{9D8B030D-6E8A-4147-A177-3AD203B41FA5}">
                      <a16:colId xmlns:a16="http://schemas.microsoft.com/office/drawing/2014/main" val="200776607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err="1">
                          <a:ln>
                            <a:noFill/>
                          </a:ln>
                          <a:solidFill>
                            <a:prstClr val="black"/>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Name</a:t>
                      </a:r>
                      <a:endParaRPr kumimoji="0" lang="es-MX" sz="1200" b="1" i="0" u="none" strike="noStrike" kern="1200" cap="none" spc="0" normalizeH="0" baseline="0" noProof="0">
                        <a:ln>
                          <a:noFill/>
                        </a:ln>
                        <a:solidFill>
                          <a:prstClr val="black"/>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a:ln>
                            <a:noFill/>
                          </a:ln>
                          <a:solidFill>
                            <a:srgbClr val="009A44"/>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Role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000" b="0" i="0" u="none" strike="noStrike" kern="1200" cap="none" spc="0" normalizeH="0" baseline="0" noProof="0">
                        <a:ln>
                          <a:noFill/>
                        </a:ln>
                        <a:solidFill>
                          <a:prstClr val="black"/>
                        </a:solidFill>
                        <a:effectLst/>
                        <a:uLnTx/>
                        <a:uFillTx/>
                        <a:latin typeface="+mn-lt"/>
                        <a:ea typeface="+mn-ea"/>
                        <a:cs typeface="+mn-cs"/>
                      </a:endParaRPr>
                    </a:p>
                    <a:p>
                      <a:pPr marL="0" marR="0" lvl="1" indent="0" algn="l" defTabSz="914400" rtl="0" eaLnBrk="0" fontAlgn="auto" latinLnBrk="0" hangingPunct="0">
                        <a:lnSpc>
                          <a:spcPct val="110000"/>
                        </a:lnSpc>
                        <a:spcBef>
                          <a:spcPts val="0"/>
                        </a:spcBef>
                        <a:spcAft>
                          <a:spcPts val="0"/>
                        </a:spcAft>
                        <a:buClrTx/>
                        <a:buSzPct val="100000"/>
                        <a:buFontTx/>
                        <a:buNone/>
                        <a:tabLst>
                          <a:tab pos="1544187" algn="l"/>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a:spcBef>
                          <a:spcPts val="0"/>
                        </a:spcBef>
                        <a:spcAft>
                          <a:spcPts val="0"/>
                        </a:spcAft>
                      </a:pPr>
                      <a:endParaRPr lang="en-US"/>
                    </a:p>
                  </a:txBody>
                  <a:tcPr marL="144000" marR="14400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65105006"/>
                  </a:ext>
                </a:extLst>
              </a:tr>
            </a:tbl>
          </a:graphicData>
        </a:graphic>
      </p:graphicFrame>
      <p:sp>
        <p:nvSpPr>
          <p:cNvPr id="12" name="Bocadillo: rectángulo con esquinas redondeadas 5">
            <a:extLst>
              <a:ext uri="{FF2B5EF4-FFF2-40B4-BE49-F238E27FC236}">
                <a16:creationId xmlns:a16="http://schemas.microsoft.com/office/drawing/2014/main" id="{FD41BE9B-FFD7-173B-BB22-F43C746969CC}"/>
              </a:ext>
            </a:extLst>
          </p:cNvPr>
          <p:cNvSpPr/>
          <p:nvPr/>
        </p:nvSpPr>
        <p:spPr>
          <a:xfrm>
            <a:off x="8898079" y="189841"/>
            <a:ext cx="2281437" cy="1015064"/>
          </a:xfrm>
          <a:prstGeom prst="wedgeRoundRectCallou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COPIAR ESTAS PLANTILLAS, NO EL CV DE EJEMPLO</a:t>
            </a:r>
          </a:p>
        </p:txBody>
      </p:sp>
    </p:spTree>
    <p:extLst>
      <p:ext uri="{BB962C8B-B14F-4D97-AF65-F5344CB8AC3E}">
        <p14:creationId xmlns:p14="http://schemas.microsoft.com/office/powerpoint/2010/main" val="1230317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8">
            <a:extLst>
              <a:ext uri="{FF2B5EF4-FFF2-40B4-BE49-F238E27FC236}">
                <a16:creationId xmlns:a16="http://schemas.microsoft.com/office/drawing/2014/main" id="{A8C7387A-E2EF-435B-823C-F440C0B0701A}"/>
              </a:ext>
            </a:extLst>
          </p:cNvPr>
          <p:cNvSpPr/>
          <p:nvPr/>
        </p:nvSpPr>
        <p:spPr>
          <a:xfrm>
            <a:off x="233662" y="2914422"/>
            <a:ext cx="3240647" cy="3703353"/>
          </a:xfrm>
          <a:custGeom>
            <a:avLst/>
            <a:gdLst/>
            <a:ahLst/>
            <a:cxnLst/>
            <a:rect l="l" t="t" r="r" b="b"/>
            <a:pathLst>
              <a:path w="2075814" h="2875915">
                <a:moveTo>
                  <a:pt x="0" y="2875787"/>
                </a:moveTo>
                <a:lnTo>
                  <a:pt x="2075688" y="2875787"/>
                </a:lnTo>
                <a:lnTo>
                  <a:pt x="2075688" y="0"/>
                </a:lnTo>
                <a:lnTo>
                  <a:pt x="0" y="0"/>
                </a:lnTo>
                <a:lnTo>
                  <a:pt x="0" y="2875787"/>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2">
            <a:extLst>
              <a:ext uri="{FF2B5EF4-FFF2-40B4-BE49-F238E27FC236}">
                <a16:creationId xmlns:a16="http://schemas.microsoft.com/office/drawing/2014/main" id="{AA1E075A-F9A3-4072-82AE-DE1C10BDB1B5}"/>
              </a:ext>
            </a:extLst>
          </p:cNvPr>
          <p:cNvSpPr txBox="1"/>
          <p:nvPr/>
        </p:nvSpPr>
        <p:spPr>
          <a:xfrm>
            <a:off x="1162328" y="2809350"/>
            <a:ext cx="1383315" cy="354584"/>
          </a:xfrm>
          <a:prstGeom prst="rect">
            <a:avLst/>
          </a:prstGeom>
          <a:solidFill>
            <a:schemeClr val="bg1"/>
          </a:solidFill>
        </p:spPr>
        <p:txBody>
          <a:bodyPr vert="horz" wrap="square" lIns="0" tIns="15875" rIns="0" bIns="0" rtlCol="0">
            <a:spAutoFit/>
          </a:bodyPr>
          <a:lstStyle/>
          <a:p>
            <a:pPr marL="12700" marR="0" lvl="0" indent="0" algn="ctr" defTabSz="914400" rtl="0" eaLnBrk="1" fontAlgn="auto" latinLnBrk="0" hangingPunct="1">
              <a:lnSpc>
                <a:spcPct val="100000"/>
              </a:lnSpc>
              <a:spcBef>
                <a:spcPts val="125"/>
              </a:spcBef>
              <a:spcAft>
                <a:spcPts val="0"/>
              </a:spcAft>
              <a:buClrTx/>
              <a:buSzTx/>
              <a:buFontTx/>
              <a:buNone/>
              <a:tabLst/>
              <a:defRPr/>
            </a:pPr>
            <a:r>
              <a:rPr lang="en-US" sz="1100" b="1">
                <a:solidFill>
                  <a:srgbClr val="009A44"/>
                </a:solidFill>
                <a:latin typeface="Open Sans"/>
                <a:cs typeface="Arial"/>
              </a:rPr>
              <a:t>HABILIDADES CLAVE</a:t>
            </a:r>
            <a:endParaRPr kumimoji="0" lang="en-US" sz="1100" b="0" i="0" u="none" strike="noStrike" kern="1200" cap="none" spc="0" normalizeH="0" baseline="0" noProof="0">
              <a:ln>
                <a:noFill/>
              </a:ln>
              <a:solidFill>
                <a:srgbClr val="009A44"/>
              </a:solidFill>
              <a:effectLst/>
              <a:uLnTx/>
              <a:uFillTx/>
              <a:latin typeface="Open Sans"/>
              <a:ea typeface="+mn-ea"/>
              <a:cs typeface="Arial"/>
            </a:endParaRPr>
          </a:p>
        </p:txBody>
      </p:sp>
      <p:sp>
        <p:nvSpPr>
          <p:cNvPr id="18" name="object 14">
            <a:extLst>
              <a:ext uri="{FF2B5EF4-FFF2-40B4-BE49-F238E27FC236}">
                <a16:creationId xmlns:a16="http://schemas.microsoft.com/office/drawing/2014/main" id="{FEFC4A02-F6C7-485C-8CCD-0BE7215126C4}"/>
              </a:ext>
            </a:extLst>
          </p:cNvPr>
          <p:cNvSpPr/>
          <p:nvPr/>
        </p:nvSpPr>
        <p:spPr>
          <a:xfrm>
            <a:off x="3606493" y="2504098"/>
            <a:ext cx="8201794" cy="3280473"/>
          </a:xfrm>
          <a:custGeom>
            <a:avLst/>
            <a:gdLst/>
            <a:ahLst/>
            <a:cxnLst/>
            <a:rect l="l" t="t" r="r" b="b"/>
            <a:pathLst>
              <a:path w="6259195" h="3949065">
                <a:moveTo>
                  <a:pt x="0" y="3948684"/>
                </a:moveTo>
                <a:lnTo>
                  <a:pt x="6259067" y="3948684"/>
                </a:lnTo>
                <a:lnTo>
                  <a:pt x="6259067" y="0"/>
                </a:lnTo>
                <a:lnTo>
                  <a:pt x="0" y="0"/>
                </a:lnTo>
                <a:lnTo>
                  <a:pt x="0" y="3948684"/>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object 3">
            <a:extLst>
              <a:ext uri="{FF2B5EF4-FFF2-40B4-BE49-F238E27FC236}">
                <a16:creationId xmlns:a16="http://schemas.microsoft.com/office/drawing/2014/main" id="{626912DD-6D1F-442C-8777-694BD5BD74B4}"/>
              </a:ext>
            </a:extLst>
          </p:cNvPr>
          <p:cNvSpPr/>
          <p:nvPr/>
        </p:nvSpPr>
        <p:spPr>
          <a:xfrm>
            <a:off x="3608933" y="5924209"/>
            <a:ext cx="8201794" cy="680120"/>
          </a:xfrm>
          <a:custGeom>
            <a:avLst/>
            <a:gdLst/>
            <a:ahLst/>
            <a:cxnLst/>
            <a:rect l="l" t="t" r="r" b="b"/>
            <a:pathLst>
              <a:path w="6250305" h="1146175">
                <a:moveTo>
                  <a:pt x="0" y="1146048"/>
                </a:moveTo>
                <a:lnTo>
                  <a:pt x="6249923" y="1146048"/>
                </a:lnTo>
                <a:lnTo>
                  <a:pt x="6249923" y="0"/>
                </a:lnTo>
                <a:lnTo>
                  <a:pt x="0" y="0"/>
                </a:lnTo>
                <a:lnTo>
                  <a:pt x="0" y="1146048"/>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2" name="Group 21">
            <a:extLst>
              <a:ext uri="{FF2B5EF4-FFF2-40B4-BE49-F238E27FC236}">
                <a16:creationId xmlns:a16="http://schemas.microsoft.com/office/drawing/2014/main" id="{1F0534A6-3032-4CB6-89C6-D404B62CA9E6}"/>
              </a:ext>
            </a:extLst>
          </p:cNvPr>
          <p:cNvGrpSpPr/>
          <p:nvPr/>
        </p:nvGrpSpPr>
        <p:grpSpPr>
          <a:xfrm>
            <a:off x="3606493" y="1273351"/>
            <a:ext cx="8201794" cy="1046670"/>
            <a:chOff x="3606493" y="1417853"/>
            <a:chExt cx="8201794" cy="1261810"/>
          </a:xfrm>
        </p:grpSpPr>
        <p:sp>
          <p:nvSpPr>
            <p:cNvPr id="8" name="object 3">
              <a:extLst>
                <a:ext uri="{FF2B5EF4-FFF2-40B4-BE49-F238E27FC236}">
                  <a16:creationId xmlns:a16="http://schemas.microsoft.com/office/drawing/2014/main" id="{5FFF6245-1614-4E1D-B56E-2564BB53684D}"/>
                </a:ext>
              </a:extLst>
            </p:cNvPr>
            <p:cNvSpPr/>
            <p:nvPr/>
          </p:nvSpPr>
          <p:spPr>
            <a:xfrm>
              <a:off x="3606493" y="1533488"/>
              <a:ext cx="8201794" cy="1146175"/>
            </a:xfrm>
            <a:custGeom>
              <a:avLst/>
              <a:gdLst/>
              <a:ahLst/>
              <a:cxnLst/>
              <a:rect l="l" t="t" r="r" b="b"/>
              <a:pathLst>
                <a:path w="6250305" h="1146175">
                  <a:moveTo>
                    <a:pt x="0" y="1146048"/>
                  </a:moveTo>
                  <a:lnTo>
                    <a:pt x="6249923" y="1146048"/>
                  </a:lnTo>
                  <a:lnTo>
                    <a:pt x="6249923" y="0"/>
                  </a:lnTo>
                  <a:lnTo>
                    <a:pt x="0" y="0"/>
                  </a:lnTo>
                  <a:lnTo>
                    <a:pt x="0" y="1146048"/>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1" name="Group 20">
              <a:extLst>
                <a:ext uri="{FF2B5EF4-FFF2-40B4-BE49-F238E27FC236}">
                  <a16:creationId xmlns:a16="http://schemas.microsoft.com/office/drawing/2014/main" id="{C20522FB-2349-463F-8014-1BCF0F9FCA3B}"/>
                </a:ext>
              </a:extLst>
            </p:cNvPr>
            <p:cNvGrpSpPr/>
            <p:nvPr/>
          </p:nvGrpSpPr>
          <p:grpSpPr>
            <a:xfrm>
              <a:off x="3606493" y="1417853"/>
              <a:ext cx="2111295" cy="235666"/>
              <a:chOff x="3606493" y="1417853"/>
              <a:chExt cx="2111295" cy="235666"/>
            </a:xfrm>
          </p:grpSpPr>
          <p:sp>
            <p:nvSpPr>
              <p:cNvPr id="14" name="Rectangle 13">
                <a:extLst>
                  <a:ext uri="{FF2B5EF4-FFF2-40B4-BE49-F238E27FC236}">
                    <a16:creationId xmlns:a16="http://schemas.microsoft.com/office/drawing/2014/main" id="{8CCA3CCA-2A0F-4DDA-B469-BD46A09A72DA}"/>
                  </a:ext>
                </a:extLst>
              </p:cNvPr>
              <p:cNvSpPr/>
              <p:nvPr/>
            </p:nvSpPr>
            <p:spPr>
              <a:xfrm>
                <a:off x="3606493" y="1417853"/>
                <a:ext cx="1828800" cy="2356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38" name="object 12">
                <a:extLst>
                  <a:ext uri="{FF2B5EF4-FFF2-40B4-BE49-F238E27FC236}">
                    <a16:creationId xmlns:a16="http://schemas.microsoft.com/office/drawing/2014/main" id="{8FE1CF09-4265-478B-B1B1-D14D68E004D1}"/>
                  </a:ext>
                </a:extLst>
              </p:cNvPr>
              <p:cNvSpPr txBox="1"/>
              <p:nvPr/>
            </p:nvSpPr>
            <p:spPr>
              <a:xfrm>
                <a:off x="3654118" y="1420062"/>
                <a:ext cx="2063670" cy="189288"/>
              </a:xfrm>
              <a:prstGeom prst="rect">
                <a:avLst/>
              </a:prstGeom>
              <a:solidFill>
                <a:schemeClr val="bg1"/>
              </a:solidFill>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kumimoji="0" lang="en-US" sz="1200" b="1" i="0" u="none" strike="noStrike" kern="1200" cap="none" spc="0" normalizeH="0" baseline="0" noProof="0">
                    <a:ln>
                      <a:noFill/>
                    </a:ln>
                    <a:solidFill>
                      <a:srgbClr val="009A44"/>
                    </a:solidFill>
                    <a:effectLst/>
                    <a:uLnTx/>
                    <a:uFillTx/>
                    <a:latin typeface="Open Sans"/>
                    <a:ea typeface="+mn-ea"/>
                    <a:cs typeface="Arial"/>
                  </a:rPr>
                  <a:t>RESUMEN EJECUTIVO</a:t>
                </a:r>
                <a:endParaRPr kumimoji="0" lang="en-US" sz="1200" b="0" i="0" u="none" strike="noStrike" kern="1200" cap="none" spc="0" normalizeH="0" baseline="0" noProof="0">
                  <a:ln>
                    <a:noFill/>
                  </a:ln>
                  <a:solidFill>
                    <a:srgbClr val="009A44"/>
                  </a:solidFill>
                  <a:effectLst/>
                  <a:uLnTx/>
                  <a:uFillTx/>
                  <a:latin typeface="Open Sans"/>
                  <a:ea typeface="+mn-ea"/>
                  <a:cs typeface="Arial"/>
                </a:endParaRPr>
              </a:p>
            </p:txBody>
          </p:sp>
        </p:grpSp>
      </p:grpSp>
      <p:sp>
        <p:nvSpPr>
          <p:cNvPr id="23" name="Rectangle 22">
            <a:extLst>
              <a:ext uri="{FF2B5EF4-FFF2-40B4-BE49-F238E27FC236}">
                <a16:creationId xmlns:a16="http://schemas.microsoft.com/office/drawing/2014/main" id="{72DAEAF3-6101-4EDB-A4FD-54D9B66B32B3}"/>
              </a:ext>
            </a:extLst>
          </p:cNvPr>
          <p:cNvSpPr/>
          <p:nvPr/>
        </p:nvSpPr>
        <p:spPr>
          <a:xfrm>
            <a:off x="3606493" y="2706724"/>
            <a:ext cx="1828800" cy="2830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41" name="object 12">
            <a:extLst>
              <a:ext uri="{FF2B5EF4-FFF2-40B4-BE49-F238E27FC236}">
                <a16:creationId xmlns:a16="http://schemas.microsoft.com/office/drawing/2014/main" id="{A3F533DB-F8E4-46ED-8A7D-6C106087D81B}"/>
              </a:ext>
            </a:extLst>
          </p:cNvPr>
          <p:cNvSpPr txBox="1"/>
          <p:nvPr/>
        </p:nvSpPr>
        <p:spPr>
          <a:xfrm>
            <a:off x="3666083" y="2408135"/>
            <a:ext cx="1916111" cy="200696"/>
          </a:xfrm>
          <a:prstGeom prst="rect">
            <a:avLst/>
          </a:prstGeom>
          <a:solidFill>
            <a:schemeClr val="bg1"/>
          </a:solidFill>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lang="en-US" sz="1200" b="1">
                <a:solidFill>
                  <a:srgbClr val="009A44"/>
                </a:solidFill>
                <a:latin typeface="Open Sans"/>
                <a:cs typeface="Arial"/>
              </a:rPr>
              <a:t>EXPERIENCIA LABORAL</a:t>
            </a:r>
            <a:endParaRPr kumimoji="0" lang="en-US" sz="1200" b="0" i="0" u="none" strike="noStrike" kern="1200" cap="none" spc="0" normalizeH="0" baseline="0" noProof="0">
              <a:ln>
                <a:noFill/>
              </a:ln>
              <a:solidFill>
                <a:srgbClr val="009A44"/>
              </a:solidFill>
              <a:effectLst/>
              <a:uLnTx/>
              <a:uFillTx/>
              <a:latin typeface="Open Sans"/>
              <a:ea typeface="+mn-ea"/>
              <a:cs typeface="Arial"/>
            </a:endParaRPr>
          </a:p>
        </p:txBody>
      </p:sp>
      <p:sp>
        <p:nvSpPr>
          <p:cNvPr id="28" name="Rectangle 27">
            <a:extLst>
              <a:ext uri="{FF2B5EF4-FFF2-40B4-BE49-F238E27FC236}">
                <a16:creationId xmlns:a16="http://schemas.microsoft.com/office/drawing/2014/main" id="{FD058013-26A9-4C4C-BAF6-E902D9BFC0F0}"/>
              </a:ext>
            </a:extLst>
          </p:cNvPr>
          <p:cNvSpPr/>
          <p:nvPr/>
        </p:nvSpPr>
        <p:spPr>
          <a:xfrm>
            <a:off x="3609245" y="5695609"/>
            <a:ext cx="18288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27" name="object 12">
            <a:extLst>
              <a:ext uri="{FF2B5EF4-FFF2-40B4-BE49-F238E27FC236}">
                <a16:creationId xmlns:a16="http://schemas.microsoft.com/office/drawing/2014/main" id="{698355FF-281D-43E6-ABF2-C9762F422AFA}"/>
              </a:ext>
            </a:extLst>
          </p:cNvPr>
          <p:cNvSpPr txBox="1"/>
          <p:nvPr/>
        </p:nvSpPr>
        <p:spPr>
          <a:xfrm>
            <a:off x="3654118" y="5925625"/>
            <a:ext cx="1916111" cy="200696"/>
          </a:xfrm>
          <a:prstGeom prst="rect">
            <a:avLst/>
          </a:prstGeom>
          <a:solidFill>
            <a:schemeClr val="bg1"/>
          </a:solidFill>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kumimoji="0" lang="en-US" sz="1200" b="1" i="0" u="none" strike="noStrike" kern="1200" cap="none" spc="0" normalizeH="0" baseline="0" noProof="0" dirty="0">
                <a:ln>
                  <a:noFill/>
                </a:ln>
                <a:solidFill>
                  <a:srgbClr val="009A44"/>
                </a:solidFill>
                <a:effectLst/>
                <a:uLnTx/>
                <a:uFillTx/>
                <a:latin typeface="Open Sans"/>
                <a:ea typeface="+mn-ea"/>
                <a:cs typeface="Arial"/>
              </a:rPr>
              <a:t>Industrias</a:t>
            </a:r>
          </a:p>
        </p:txBody>
      </p:sp>
      <p:sp>
        <p:nvSpPr>
          <p:cNvPr id="63" name="Title 1">
            <a:extLst>
              <a:ext uri="{FF2B5EF4-FFF2-40B4-BE49-F238E27FC236}">
                <a16:creationId xmlns:a16="http://schemas.microsoft.com/office/drawing/2014/main" id="{EE83CC4A-18A1-4541-B584-566F532BF005}"/>
              </a:ext>
            </a:extLst>
          </p:cNvPr>
          <p:cNvSpPr>
            <a:spLocks noGrp="1"/>
          </p:cNvSpPr>
          <p:nvPr>
            <p:ph type="title"/>
          </p:nvPr>
        </p:nvSpPr>
        <p:spPr>
          <a:xfrm>
            <a:off x="457200" y="639832"/>
            <a:ext cx="11106150" cy="479076"/>
          </a:xfrm>
        </p:spPr>
        <p:txBody>
          <a:bodyPr vert="horz" lIns="0" tIns="45720" rIns="0" bIns="0" rtlCol="0" anchor="b" anchorCtr="0">
            <a:noAutofit/>
          </a:bodyPr>
          <a:lstStyle/>
          <a:p>
            <a:br>
              <a:rPr lang="es-MX"/>
            </a:br>
            <a:br>
              <a:rPr lang="es-MX"/>
            </a:br>
            <a:br>
              <a:rPr lang="en-US"/>
            </a:br>
            <a:r>
              <a:rPr lang="es-MX" sz="2800">
                <a:latin typeface="Open Sans" panose="020B0606030504020204" pitchFamily="34" charset="0"/>
                <a:ea typeface="Open Sans" panose="020B0606030504020204" pitchFamily="34" charset="0"/>
                <a:cs typeface="Open Sans" panose="020B0606030504020204" pitchFamily="34" charset="0"/>
              </a:rPr>
              <a:t>Nombre</a:t>
            </a:r>
            <a:endParaRPr lang="en-US" sz="3600" spc="-40">
              <a:latin typeface="Open Sans" panose="020B0606030504020204" pitchFamily="34" charset="0"/>
              <a:ea typeface="Open Sans" panose="020B0606030504020204" pitchFamily="34" charset="0"/>
              <a:cs typeface="Open Sans" panose="020B0606030504020204" pitchFamily="34" charset="0"/>
            </a:endParaRPr>
          </a:p>
        </p:txBody>
      </p:sp>
      <p:sp>
        <p:nvSpPr>
          <p:cNvPr id="65" name="Text Placeholder 6">
            <a:extLst>
              <a:ext uri="{FF2B5EF4-FFF2-40B4-BE49-F238E27FC236}">
                <a16:creationId xmlns:a16="http://schemas.microsoft.com/office/drawing/2014/main" id="{705A2186-6298-4ED9-B7CB-35D5F197346D}"/>
              </a:ext>
            </a:extLst>
          </p:cNvPr>
          <p:cNvSpPr txBox="1">
            <a:spLocks/>
          </p:cNvSpPr>
          <p:nvPr/>
        </p:nvSpPr>
        <p:spPr>
          <a:xfrm>
            <a:off x="457200" y="434413"/>
            <a:ext cx="8156448" cy="203200"/>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Clr>
                <a:schemeClr val="accent5"/>
              </a:buClr>
              <a:buSzPct val="75000"/>
              <a:buFont typeface="Arial" panose="020B0604020202020204" pitchFamily="34" charset="0"/>
              <a:buNone/>
              <a:defRPr lang="en-US" sz="900" b="1" kern="0" cap="all" spc="250" baseline="0" dirty="0">
                <a:solidFill>
                  <a:schemeClr val="bg1">
                    <a:lumMod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
                <a:srgbClr val="787878"/>
              </a:buClr>
              <a:buSzPct val="75000"/>
              <a:buFont typeface="Arial" panose="020B0604020202020204" pitchFamily="34" charset="0"/>
              <a:buNone/>
              <a:tabLst/>
              <a:defRPr/>
            </a:pPr>
            <a:r>
              <a:rPr kumimoji="0" lang="en-US" sz="900" b="1" i="0" u="none" strike="noStrike" kern="0" cap="all" spc="250" normalizeH="0" baseline="0" noProof="0">
                <a:ln>
                  <a:noFill/>
                </a:ln>
                <a:solidFill>
                  <a:srgbClr val="FFFFFF">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Operation excellence</a:t>
            </a:r>
          </a:p>
        </p:txBody>
      </p:sp>
      <p:sp>
        <p:nvSpPr>
          <p:cNvPr id="70" name="object 9">
            <a:extLst>
              <a:ext uri="{FF2B5EF4-FFF2-40B4-BE49-F238E27FC236}">
                <a16:creationId xmlns:a16="http://schemas.microsoft.com/office/drawing/2014/main" id="{BF1CAC68-0F79-4D7D-8A92-2A2F894A4470}"/>
              </a:ext>
            </a:extLst>
          </p:cNvPr>
          <p:cNvSpPr txBox="1"/>
          <p:nvPr/>
        </p:nvSpPr>
        <p:spPr>
          <a:xfrm>
            <a:off x="285997" y="5764871"/>
            <a:ext cx="3044483" cy="515526"/>
          </a:xfrm>
          <a:prstGeom prst="rect">
            <a:avLst/>
          </a:prstGeom>
        </p:spPr>
        <p:txBody>
          <a:bodyPr vert="horz" wrap="square" lIns="0" tIns="12700" rIns="0" bIns="0" rtlCol="0">
            <a:spAutoFit/>
          </a:bodyPr>
          <a:lstStyle/>
          <a:p>
            <a:pPr marL="12065" marR="0" lvl="0" indent="0" algn="l" defTabSz="914400" rtl="0" eaLnBrk="1" fontAlgn="auto" latinLnBrk="0" hangingPunct="1">
              <a:lnSpc>
                <a:spcPct val="100000"/>
              </a:lnSpc>
              <a:spcBef>
                <a:spcPts val="100"/>
              </a:spcBef>
              <a:spcAft>
                <a:spcPts val="0"/>
              </a:spcAft>
              <a:buClrTx/>
              <a:buSzTx/>
              <a:buFontTx/>
              <a:buNone/>
              <a:tabLst>
                <a:tab pos="184785" algn="l"/>
                <a:tab pos="185420" algn="l"/>
              </a:tabLst>
              <a:defRPr/>
            </a:pPr>
            <a:r>
              <a:rPr lang="en-US" sz="1100" b="1">
                <a:solidFill>
                  <a:srgbClr val="6FC2B4"/>
                </a:solidFill>
                <a:latin typeface="Open Sans" panose="020B0606030504020204" pitchFamily="34" charset="0"/>
                <a:ea typeface="Open Sans" panose="020B0606030504020204" pitchFamily="34" charset="0"/>
                <a:cs typeface="Open Sans" panose="020B0606030504020204" pitchFamily="34" charset="0"/>
              </a:rPr>
              <a:t>IDIOMAS</a:t>
            </a:r>
            <a:endParaRPr kumimoji="0" lang="en-US" sz="1100" b="1" i="0" u="none" strike="noStrike" kern="1200" cap="none" spc="0" normalizeH="0" baseline="0" noProof="0">
              <a:ln>
                <a:noFill/>
              </a:ln>
              <a:solidFill>
                <a:srgbClr val="6FC2B4"/>
              </a:solidFill>
              <a:uLnTx/>
              <a:uFillTx/>
              <a:latin typeface="Open Sans" panose="020B0606030504020204" pitchFamily="34" charset="0"/>
              <a:ea typeface="Open Sans" panose="020B0606030504020204" pitchFamily="34" charset="0"/>
              <a:cs typeface="Open Sans" panose="020B0606030504020204" pitchFamily="34" charset="0"/>
            </a:endParaRPr>
          </a:p>
          <a:p>
            <a:pPr marL="183515" marR="0" lvl="0" indent="-171450" algn="l" defTabSz="914400" rtl="0" eaLnBrk="1" fontAlgn="auto" latinLnBrk="0" hangingPunct="1">
              <a:lnSpc>
                <a:spcPct val="100000"/>
              </a:lnSpc>
              <a:spcBef>
                <a:spcPts val="100"/>
              </a:spcBef>
              <a:spcAft>
                <a:spcPts val="0"/>
              </a:spcAft>
              <a:buClr>
                <a:srgbClr val="009A44"/>
              </a:buClr>
              <a:buSzPct val="140000"/>
              <a:buFont typeface="Arial" panose="020B0604020202020204" pitchFamily="34" charset="0"/>
              <a:buChar char="•"/>
              <a:tabLst>
                <a:tab pos="184785" algn="l"/>
                <a:tab pos="185420" algn="l"/>
              </a:tabLst>
              <a:defRPr/>
            </a:pPr>
            <a:r>
              <a:rPr lang="en-US" sz="1000">
                <a:latin typeface="Open Sans" panose="020B0606030504020204" pitchFamily="34" charset="0"/>
                <a:ea typeface="Open Sans" panose="020B0606030504020204" pitchFamily="34" charset="0"/>
                <a:cs typeface="Open Sans" panose="020B0606030504020204" pitchFamily="34" charset="0"/>
              </a:rPr>
              <a:t>Idioma 1 - Nivel</a:t>
            </a:r>
          </a:p>
          <a:p>
            <a:pPr marL="183515" marR="0" lvl="0" indent="-171450" algn="l" defTabSz="914400" rtl="0" eaLnBrk="1" fontAlgn="auto" latinLnBrk="0" hangingPunct="1">
              <a:lnSpc>
                <a:spcPct val="100000"/>
              </a:lnSpc>
              <a:spcBef>
                <a:spcPts val="100"/>
              </a:spcBef>
              <a:spcAft>
                <a:spcPts val="0"/>
              </a:spcAft>
              <a:buClr>
                <a:srgbClr val="009A44"/>
              </a:buClr>
              <a:buSzPct val="140000"/>
              <a:buFont typeface="Arial" panose="020B0604020202020204" pitchFamily="34" charset="0"/>
              <a:buChar char="•"/>
              <a:tabLst>
                <a:tab pos="184785" algn="l"/>
                <a:tab pos="185420" algn="l"/>
              </a:tabLst>
              <a:defRPr/>
            </a:pPr>
            <a:r>
              <a:rPr lang="en-US" sz="1000">
                <a:latin typeface="Open Sans" panose="020B0606030504020204" pitchFamily="34" charset="0"/>
                <a:ea typeface="Open Sans" panose="020B0606030504020204" pitchFamily="34" charset="0"/>
                <a:cs typeface="Open Sans" panose="020B0606030504020204" pitchFamily="34" charset="0"/>
              </a:rPr>
              <a:t>Idioma 2 - Nivel</a:t>
            </a:r>
          </a:p>
        </p:txBody>
      </p:sp>
      <p:sp>
        <p:nvSpPr>
          <p:cNvPr id="73" name="TextBox 72">
            <a:extLst>
              <a:ext uri="{FF2B5EF4-FFF2-40B4-BE49-F238E27FC236}">
                <a16:creationId xmlns:a16="http://schemas.microsoft.com/office/drawing/2014/main" id="{E2F105EE-6961-4448-A99A-801AAF455100}"/>
              </a:ext>
            </a:extLst>
          </p:cNvPr>
          <p:cNvSpPr txBox="1"/>
          <p:nvPr/>
        </p:nvSpPr>
        <p:spPr>
          <a:xfrm>
            <a:off x="3600882" y="1568341"/>
            <a:ext cx="8201795" cy="246221"/>
          </a:xfrm>
          <a:prstGeom prst="rect">
            <a:avLst/>
          </a:prstGeom>
          <a:noFill/>
        </p:spPr>
        <p:txBody>
          <a:bodyPr wrap="square">
            <a:spAutoFit/>
          </a:bodyPr>
          <a:lstStyle/>
          <a:p>
            <a:r>
              <a:rPr lang="es-MX" altLang="es-419" sz="1000" dirty="0">
                <a:latin typeface="Open Sans" panose="020B0606030504020204" pitchFamily="34" charset="0"/>
                <a:ea typeface="Open Sans" panose="020B0606030504020204" pitchFamily="34" charset="0"/>
                <a:cs typeface="Open Sans" panose="020B0606030504020204" pitchFamily="34" charset="0"/>
              </a:rPr>
              <a:t>Información principal sobre perfil profesional de la persona.</a:t>
            </a:r>
            <a:endParaRPr lang="en-US" sz="1000" b="0" i="0" dirty="0">
              <a:solidFill>
                <a:srgbClr val="009A44"/>
              </a:solidFill>
              <a:effectLst/>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Placeholder 12">
            <a:extLst>
              <a:ext uri="{FF2B5EF4-FFF2-40B4-BE49-F238E27FC236}">
                <a16:creationId xmlns:a16="http://schemas.microsoft.com/office/drawing/2014/main" id="{C97CD7B8-A0C7-4B5B-9122-0C6E526AB490}"/>
              </a:ext>
            </a:extLst>
          </p:cNvPr>
          <p:cNvSpPr txBox="1">
            <a:spLocks/>
          </p:cNvSpPr>
          <p:nvPr/>
        </p:nvSpPr>
        <p:spPr>
          <a:xfrm>
            <a:off x="3654118" y="6099101"/>
            <a:ext cx="3785068" cy="505228"/>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SzPct val="140000"/>
              <a:buFont typeface="Courier New" panose="02070309020205020404" pitchFamily="49" charset="0"/>
              <a:buChar char="o"/>
            </a:pPr>
            <a:r>
              <a:rPr lang="es-MX" sz="1000">
                <a:solidFill>
                  <a:srgbClr val="091D09"/>
                </a:solidFill>
                <a:latin typeface="Open Sans" panose="020B0606030504020204" pitchFamily="34" charset="0"/>
                <a:ea typeface="Open Sans" panose="020B0606030504020204" pitchFamily="34" charset="0"/>
                <a:cs typeface="Open Sans" panose="020B0606030504020204" pitchFamily="34" charset="0"/>
              </a:rPr>
              <a:t>Cliente 1</a:t>
            </a:r>
          </a:p>
          <a:p>
            <a:pPr algn="l">
              <a:buSzPct val="140000"/>
              <a:buFont typeface="Courier New" panose="02070309020205020404" pitchFamily="49" charset="0"/>
              <a:buChar char="o"/>
            </a:pPr>
            <a:r>
              <a:rPr lang="es-MX" sz="1000">
                <a:solidFill>
                  <a:srgbClr val="091D09"/>
                </a:solidFill>
                <a:latin typeface="Open Sans" panose="020B0606030504020204" pitchFamily="34" charset="0"/>
                <a:ea typeface="Open Sans" panose="020B0606030504020204" pitchFamily="34" charset="0"/>
                <a:cs typeface="Open Sans" panose="020B0606030504020204" pitchFamily="34" charset="0"/>
              </a:rPr>
              <a:t>Cliente 2</a:t>
            </a:r>
            <a:endParaRPr lang="es-ES_tradnl" sz="1000">
              <a:solidFill>
                <a:srgbClr val="091D09"/>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3">
            <a:extLst>
              <a:ext uri="{FF2B5EF4-FFF2-40B4-BE49-F238E27FC236}">
                <a16:creationId xmlns:a16="http://schemas.microsoft.com/office/drawing/2014/main" id="{11652440-1012-ABEB-CA94-ACEB3A8581B4}"/>
              </a:ext>
            </a:extLst>
          </p:cNvPr>
          <p:cNvSpPr txBox="1">
            <a:spLocks/>
          </p:cNvSpPr>
          <p:nvPr/>
        </p:nvSpPr>
        <p:spPr>
          <a:xfrm>
            <a:off x="1842117" y="1492847"/>
            <a:ext cx="1559432" cy="77410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err="1">
                <a:solidFill>
                  <a:srgbClr val="009A44"/>
                </a:solidFill>
                <a:latin typeface="Open Sans" panose="020B0606030504020204" pitchFamily="34" charset="0"/>
                <a:ea typeface="Open Sans" panose="020B0606030504020204" pitchFamily="34" charset="0"/>
                <a:cs typeface="Open Sans" panose="020B0606030504020204" pitchFamily="34" charset="0"/>
              </a:rPr>
              <a:t>Gerente</a:t>
            </a:r>
            <a:endParaRPr lang="en-US" sz="1100" dirty="0">
              <a:solidFill>
                <a:srgbClr val="009A44"/>
              </a:solidFill>
              <a:latin typeface="Open Sans" panose="020B0606030504020204" pitchFamily="34" charset="0"/>
              <a:ea typeface="Open Sans" panose="020B0606030504020204" pitchFamily="34" charset="0"/>
              <a:cs typeface="Open Sans" panose="020B0606030504020204" pitchFamily="34" charset="0"/>
            </a:endParaRPr>
          </a:p>
          <a:p>
            <a:pPr marL="0" indent="0" algn="ctr">
              <a:buNone/>
            </a:pPr>
            <a:r>
              <a:rPr lang="en-US" sz="1100" dirty="0" err="1">
                <a:latin typeface="Open Sans" panose="020B0606030504020204" pitchFamily="34" charset="0"/>
                <a:ea typeface="Open Sans" panose="020B0606030504020204" pitchFamily="34" charset="0"/>
                <a:cs typeface="Open Sans" panose="020B0606030504020204" pitchFamily="34" charset="0"/>
              </a:rPr>
              <a:t>Área</a:t>
            </a:r>
            <a:r>
              <a:rPr lang="en-US" sz="1100" dirty="0">
                <a:latin typeface="Open Sans" panose="020B0606030504020204" pitchFamily="34" charset="0"/>
                <a:ea typeface="Open Sans" panose="020B0606030504020204" pitchFamily="34" charset="0"/>
                <a:cs typeface="Open Sans" panose="020B0606030504020204" pitchFamily="34" charset="0"/>
              </a:rPr>
              <a:t> Deloitte</a:t>
            </a:r>
            <a:endParaRPr lang="en-US" dirty="0"/>
          </a:p>
          <a:p>
            <a:pPr marL="0" indent="0">
              <a:buNone/>
            </a:pPr>
            <a:endParaRPr lang="en-US" dirty="0"/>
          </a:p>
          <a:p>
            <a:endParaRPr lang="en-US" dirty="0"/>
          </a:p>
        </p:txBody>
      </p:sp>
      <p:sp>
        <p:nvSpPr>
          <p:cNvPr id="7" name="TextBox 6">
            <a:extLst>
              <a:ext uri="{FF2B5EF4-FFF2-40B4-BE49-F238E27FC236}">
                <a16:creationId xmlns:a16="http://schemas.microsoft.com/office/drawing/2014/main" id="{3DD3490F-B650-2337-D9CC-7EA7F9D85E50}"/>
              </a:ext>
            </a:extLst>
          </p:cNvPr>
          <p:cNvSpPr txBox="1"/>
          <p:nvPr/>
        </p:nvSpPr>
        <p:spPr>
          <a:xfrm>
            <a:off x="3545751" y="2620204"/>
            <a:ext cx="8646249" cy="3370153"/>
          </a:xfrm>
          <a:prstGeom prst="rect">
            <a:avLst/>
          </a:prstGeom>
          <a:noFill/>
        </p:spPr>
        <p:txBody>
          <a:bodyPr wrap="square">
            <a:spAutoFit/>
          </a:bodyPr>
          <a:lstStyle/>
          <a:p>
            <a:pPr algn="just" fontAlgn="base"/>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Empresa 1 | Puesto |  </a:t>
            </a:r>
            <a:r>
              <a:rPr lang="en-US" sz="1000" b="1" dirty="0" err="1">
                <a:solidFill>
                  <a:srgbClr val="6FC2B4"/>
                </a:solidFill>
                <a:latin typeface="Open Sans" panose="020B0606030504020204" pitchFamily="34" charset="0"/>
                <a:ea typeface="Open Sans" panose="020B0606030504020204" pitchFamily="34" charset="0"/>
                <a:cs typeface="Open Sans" panose="020B0606030504020204" pitchFamily="34" charset="0"/>
              </a:rPr>
              <a:t>Cliente</a:t>
            </a:r>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 | </a:t>
            </a:r>
            <a:r>
              <a:rPr lang="en-US" sz="1000" b="1" dirty="0" err="1">
                <a:solidFill>
                  <a:srgbClr val="6FC2B4"/>
                </a:solidFill>
                <a:latin typeface="Open Sans" panose="020B0606030504020204" pitchFamily="34" charset="0"/>
                <a:ea typeface="Open Sans" panose="020B0606030504020204" pitchFamily="34" charset="0"/>
                <a:cs typeface="Open Sans" panose="020B0606030504020204" pitchFamily="34" charset="0"/>
              </a:rPr>
              <a:t>Fecha</a:t>
            </a:r>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 (Mes y </a:t>
            </a:r>
            <a:r>
              <a:rPr lang="en-US" sz="1000" b="1" dirty="0" err="1">
                <a:solidFill>
                  <a:srgbClr val="6FC2B4"/>
                </a:solidFill>
                <a:latin typeface="Open Sans" panose="020B0606030504020204" pitchFamily="34" charset="0"/>
                <a:ea typeface="Open Sans" panose="020B0606030504020204" pitchFamily="34" charset="0"/>
                <a:cs typeface="Open Sans" panose="020B0606030504020204" pitchFamily="34" charset="0"/>
              </a:rPr>
              <a:t>año</a:t>
            </a:r>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 – </a:t>
            </a:r>
            <a:r>
              <a:rPr lang="en-US" sz="1000" b="1" dirty="0" err="1">
                <a:solidFill>
                  <a:srgbClr val="6FC2B4"/>
                </a:solidFill>
                <a:latin typeface="Open Sans" panose="020B0606030504020204" pitchFamily="34" charset="0"/>
                <a:ea typeface="Open Sans" panose="020B0606030504020204" pitchFamily="34" charset="0"/>
                <a:cs typeface="Open Sans" panose="020B0606030504020204" pitchFamily="34" charset="0"/>
              </a:rPr>
              <a:t>Actualidad</a:t>
            </a:r>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a:t>
            </a:r>
          </a:p>
          <a:p>
            <a:pPr algn="just" fontAlgn="base"/>
            <a:endPar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Descripción</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de las </a:t>
            </a: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principales</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actividades</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ejecutadas</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durante</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la </a:t>
            </a: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experiencia</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endParaRPr lang="en-US" sz="1000"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endPar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endParaRPr lang="en-US" sz="1000"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endParaRPr lang="en-US" sz="1000"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endParaRPr lang="en-US" sz="1000"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algn="just" fontAlgn="base"/>
            <a:endParaRPr lang="en-US" sz="1000"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algn="just" fontAlgn="base"/>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Empresa 2 | Puesto |  </a:t>
            </a:r>
            <a:r>
              <a:rPr lang="en-US" sz="1000" b="1" dirty="0" err="1">
                <a:solidFill>
                  <a:srgbClr val="6FC2B4"/>
                </a:solidFill>
                <a:latin typeface="Open Sans" panose="020B0606030504020204" pitchFamily="34" charset="0"/>
                <a:ea typeface="Open Sans" panose="020B0606030504020204" pitchFamily="34" charset="0"/>
                <a:cs typeface="Open Sans" panose="020B0606030504020204" pitchFamily="34" charset="0"/>
              </a:rPr>
              <a:t>Cliente</a:t>
            </a:r>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 | </a:t>
            </a:r>
            <a:r>
              <a:rPr lang="en-US" sz="1000" b="1" dirty="0" err="1">
                <a:solidFill>
                  <a:srgbClr val="6FC2B4"/>
                </a:solidFill>
                <a:latin typeface="Open Sans" panose="020B0606030504020204" pitchFamily="34" charset="0"/>
                <a:ea typeface="Open Sans" panose="020B0606030504020204" pitchFamily="34" charset="0"/>
                <a:cs typeface="Open Sans" panose="020B0606030504020204" pitchFamily="34" charset="0"/>
              </a:rPr>
              <a:t>Fecha</a:t>
            </a:r>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 (Mes y </a:t>
            </a:r>
            <a:r>
              <a:rPr lang="en-US" sz="1000" b="1" dirty="0" err="1">
                <a:solidFill>
                  <a:srgbClr val="6FC2B4"/>
                </a:solidFill>
                <a:latin typeface="Open Sans" panose="020B0606030504020204" pitchFamily="34" charset="0"/>
                <a:ea typeface="Open Sans" panose="020B0606030504020204" pitchFamily="34" charset="0"/>
                <a:cs typeface="Open Sans" panose="020B0606030504020204" pitchFamily="34" charset="0"/>
              </a:rPr>
              <a:t>año</a:t>
            </a:r>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 – Mes y </a:t>
            </a:r>
            <a:r>
              <a:rPr lang="en-US" sz="1000" b="1" dirty="0" err="1">
                <a:solidFill>
                  <a:srgbClr val="6FC2B4"/>
                </a:solidFill>
                <a:latin typeface="Open Sans" panose="020B0606030504020204" pitchFamily="34" charset="0"/>
                <a:ea typeface="Open Sans" panose="020B0606030504020204" pitchFamily="34" charset="0"/>
                <a:cs typeface="Open Sans" panose="020B0606030504020204" pitchFamily="34" charset="0"/>
              </a:rPr>
              <a:t>año</a:t>
            </a:r>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a:t>
            </a:r>
          </a:p>
          <a:p>
            <a:pPr algn="just" defTabSz="1217613" eaLnBrk="0" fontAlgn="base" hangingPunct="0">
              <a:spcBef>
                <a:spcPts val="200"/>
              </a:spcBef>
              <a:spcAft>
                <a:spcPct val="0"/>
              </a:spcAft>
              <a:buSzPct val="140000"/>
              <a:defRPr/>
            </a:pPr>
            <a:endParaRPr lang="es-MX" sz="1000" b="1"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Descripción</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de las </a:t>
            </a: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principales</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actividades</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ejecutadas</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durante</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 la </a:t>
            </a:r>
            <a:r>
              <a:rPr lang="en-US" sz="10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experiencia</a:t>
            </a: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a:t>
            </a:r>
          </a:p>
          <a:p>
            <a:pPr defTabSz="1217613" eaLnBrk="0" fontAlgn="base" hangingPunct="0">
              <a:spcBef>
                <a:spcPts val="200"/>
              </a:spcBef>
              <a:spcAft>
                <a:spcPct val="0"/>
              </a:spcAft>
              <a:buClr>
                <a:srgbClr val="009A44"/>
              </a:buClr>
              <a:buSzPct val="140000"/>
              <a:defRPr/>
            </a:pPr>
            <a:endParaRPr lang="es-MX" sz="1000" dirty="0">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endParaRPr lang="es-MX" sz="1000" dirty="0">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endParaRPr lang="es-MX" sz="1000" dirty="0">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endParaRPr lang="es-MX" sz="1000" dirty="0">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endParaRPr lang="es-MX" sz="1000" dirty="0">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endParaRPr lang="es-MX" sz="1000" dirty="0">
              <a:latin typeface="Open Sans" panose="020B0606030504020204" pitchFamily="34" charset="0"/>
              <a:ea typeface="Open Sans" panose="020B0606030504020204" pitchFamily="34" charset="0"/>
              <a:cs typeface="Open Sans" panose="020B0606030504020204" pitchFamily="34" charset="0"/>
            </a:endParaRPr>
          </a:p>
          <a:p>
            <a:pPr algn="just" defTabSz="1217613" eaLnBrk="0" fontAlgn="base" hangingPunct="0">
              <a:spcBef>
                <a:spcPts val="200"/>
              </a:spcBef>
              <a:spcAft>
                <a:spcPct val="0"/>
              </a:spcAft>
              <a:buSzPct val="140000"/>
              <a:defRPr/>
            </a:pPr>
            <a:endParaRPr lang="en-US" sz="800" b="1"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Placeholder 20">
            <a:extLst>
              <a:ext uri="{FF2B5EF4-FFF2-40B4-BE49-F238E27FC236}">
                <a16:creationId xmlns:a16="http://schemas.microsoft.com/office/drawing/2014/main" id="{87B903DF-F8C5-7425-00D5-412CCB2A6325}"/>
              </a:ext>
            </a:extLst>
          </p:cNvPr>
          <p:cNvSpPr txBox="1">
            <a:spLocks/>
          </p:cNvSpPr>
          <p:nvPr/>
        </p:nvSpPr>
        <p:spPr>
          <a:xfrm>
            <a:off x="224005" y="3178538"/>
            <a:ext cx="3359896" cy="2632283"/>
          </a:xfrm>
          <a:prstGeom prst="rect">
            <a:avLst/>
          </a:prstGeom>
        </p:spPr>
        <p:txBody>
          <a:bodyPr>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200"/>
              </a:spcBef>
              <a:spcAft>
                <a:spcPct val="0"/>
              </a:spcAft>
              <a:buClr>
                <a:srgbClr val="009A44"/>
              </a:buClr>
              <a:buSzPct val="140000"/>
            </a:pPr>
            <a:r>
              <a:rPr lang="es-MX" altLang="es-MX" sz="3100" dirty="0">
                <a:latin typeface="Open Sans" panose="020B0606030504020204" pitchFamily="34" charset="0"/>
                <a:ea typeface="Open Sans" panose="020B0606030504020204" pitchFamily="34" charset="0"/>
                <a:cs typeface="Open Sans" panose="020B0606030504020204" pitchFamily="34" charset="0"/>
              </a:rPr>
              <a:t>Habilidad clave 1 </a:t>
            </a:r>
          </a:p>
          <a:p>
            <a:pPr>
              <a:lnSpc>
                <a:spcPct val="120000"/>
              </a:lnSpc>
              <a:spcBef>
                <a:spcPts val="200"/>
              </a:spcBef>
              <a:spcAft>
                <a:spcPct val="0"/>
              </a:spcAft>
              <a:buClr>
                <a:srgbClr val="009A44"/>
              </a:buClr>
              <a:buSzPct val="140000"/>
            </a:pPr>
            <a:r>
              <a:rPr lang="es-MX" altLang="es-MX" sz="3100" dirty="0">
                <a:latin typeface="Open Sans" panose="020B0606030504020204" pitchFamily="34" charset="0"/>
                <a:ea typeface="Open Sans" panose="020B0606030504020204" pitchFamily="34" charset="0"/>
                <a:cs typeface="Open Sans" panose="020B0606030504020204" pitchFamily="34" charset="0"/>
              </a:rPr>
              <a:t>Habilidad clave 2 </a:t>
            </a:r>
          </a:p>
          <a:p>
            <a:pPr>
              <a:lnSpc>
                <a:spcPct val="120000"/>
              </a:lnSpc>
              <a:spcBef>
                <a:spcPts val="200"/>
              </a:spcBef>
              <a:spcAft>
                <a:spcPct val="0"/>
              </a:spcAft>
              <a:buClr>
                <a:srgbClr val="009A44"/>
              </a:buClr>
              <a:buSzPct val="140000"/>
            </a:pPr>
            <a:r>
              <a:rPr lang="es-MX" altLang="es-MX" sz="3100" dirty="0">
                <a:latin typeface="Open Sans" panose="020B0606030504020204" pitchFamily="34" charset="0"/>
                <a:ea typeface="Open Sans" panose="020B0606030504020204" pitchFamily="34" charset="0"/>
                <a:cs typeface="Open Sans" panose="020B0606030504020204" pitchFamily="34" charset="0"/>
              </a:rPr>
              <a:t>Habilidad clave 3</a:t>
            </a:r>
          </a:p>
          <a:p>
            <a:pPr>
              <a:lnSpc>
                <a:spcPct val="120000"/>
              </a:lnSpc>
              <a:spcBef>
                <a:spcPts val="200"/>
              </a:spcBef>
              <a:spcAft>
                <a:spcPct val="0"/>
              </a:spcAft>
              <a:buClr>
                <a:srgbClr val="009A44"/>
              </a:buClr>
              <a:buSzPct val="140000"/>
            </a:pPr>
            <a:r>
              <a:rPr lang="es-MX" altLang="es-MX" sz="3100" dirty="0">
                <a:latin typeface="Open Sans" panose="020B0606030504020204" pitchFamily="34" charset="0"/>
                <a:ea typeface="Open Sans" panose="020B0606030504020204" pitchFamily="34" charset="0"/>
                <a:cs typeface="Open Sans" panose="020B0606030504020204" pitchFamily="34" charset="0"/>
              </a:rPr>
              <a:t>Habilidad clave 4</a:t>
            </a:r>
          </a:p>
          <a:p>
            <a:pPr marL="0" indent="0" fontAlgn="base">
              <a:buNone/>
            </a:pPr>
            <a:r>
              <a:rPr lang="en-US" dirty="0">
                <a:solidFill>
                  <a:srgbClr val="009A44"/>
                </a:solidFill>
                <a:latin typeface="Open Sans" panose="020B0606030504020204" pitchFamily="34" charset="0"/>
                <a:ea typeface="Open Sans" panose="020B0606030504020204" pitchFamily="34" charset="0"/>
                <a:cs typeface="Open Sans" panose="020B0606030504020204" pitchFamily="34" charset="0"/>
              </a:rPr>
              <a:t>​</a:t>
            </a:r>
            <a:r>
              <a:rPr lang="en-US" b="1" dirty="0">
                <a:solidFill>
                  <a:srgbClr val="009A44"/>
                </a:solidFill>
                <a:latin typeface="Open Sans" panose="020B0606030504020204" pitchFamily="34" charset="0"/>
                <a:ea typeface="Open Sans" panose="020B0606030504020204" pitchFamily="34" charset="0"/>
                <a:cs typeface="Open Sans" panose="020B0606030504020204" pitchFamily="34" charset="0"/>
              </a:rPr>
              <a:t> </a:t>
            </a:r>
            <a:r>
              <a:rPr lang="en-US" sz="34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TECNOLOGÍAS - HERRAMIENTAS</a:t>
            </a:r>
            <a:endParaRPr lang="en-US" sz="3400"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buNone/>
            </a:pPr>
            <a:r>
              <a:rPr lang="es-MX" sz="3100" dirty="0" err="1">
                <a:latin typeface="Open Sans" panose="020B0606030504020204" pitchFamily="34" charset="0"/>
                <a:ea typeface="Open Sans" panose="020B0606030504020204" pitchFamily="34" charset="0"/>
                <a:cs typeface="Open Sans" panose="020B0606030504020204" pitchFamily="34" charset="0"/>
              </a:rPr>
              <a:t>PowerBI</a:t>
            </a:r>
            <a:r>
              <a:rPr lang="es-MX" sz="3100" dirty="0">
                <a:latin typeface="Open Sans" panose="020B0606030504020204" pitchFamily="34" charset="0"/>
                <a:ea typeface="Open Sans" panose="020B0606030504020204" pitchFamily="34" charset="0"/>
                <a:cs typeface="Open Sans" panose="020B0606030504020204" pitchFamily="34" charset="0"/>
              </a:rPr>
              <a:t>, Java, </a:t>
            </a:r>
            <a:r>
              <a:rPr lang="es-MX" sz="3100" dirty="0" err="1">
                <a:latin typeface="Open Sans" panose="020B0606030504020204" pitchFamily="34" charset="0"/>
                <a:ea typeface="Open Sans" panose="020B0606030504020204" pitchFamily="34" charset="0"/>
                <a:cs typeface="Open Sans" panose="020B0606030504020204" pitchFamily="34" charset="0"/>
              </a:rPr>
              <a:t>Snowflake</a:t>
            </a:r>
            <a:r>
              <a:rPr lang="es-MX" sz="3100" dirty="0">
                <a:latin typeface="Open Sans" panose="020B0606030504020204" pitchFamily="34" charset="0"/>
                <a:ea typeface="Open Sans" panose="020B0606030504020204" pitchFamily="34" charset="0"/>
                <a:cs typeface="Open Sans" panose="020B0606030504020204" pitchFamily="34" charset="0"/>
              </a:rPr>
              <a:t>…</a:t>
            </a:r>
            <a:endParaRPr lang="en-US" sz="3400" b="1"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a:p>
            <a:pPr marL="0" indent="0" algn="l" rtl="0" fontAlgn="base">
              <a:buNone/>
            </a:pPr>
            <a:r>
              <a:rPr lang="en-US" sz="2800" b="0" i="0" dirty="0">
                <a:solidFill>
                  <a:srgbClr val="009A44"/>
                </a:solidFill>
                <a:effectLst/>
                <a:latin typeface="Open Sans" panose="020B0606030504020204" pitchFamily="34" charset="0"/>
                <a:ea typeface="Open Sans" panose="020B0606030504020204" pitchFamily="34" charset="0"/>
                <a:cs typeface="Open Sans" panose="020B0606030504020204" pitchFamily="34" charset="0"/>
              </a:rPr>
              <a:t>​</a:t>
            </a:r>
            <a:r>
              <a:rPr lang="en-US" sz="2800" b="1" dirty="0">
                <a:solidFill>
                  <a:srgbClr val="009A44"/>
                </a:solidFill>
                <a:latin typeface="Open Sans" panose="020B0606030504020204" pitchFamily="34" charset="0"/>
                <a:ea typeface="Open Sans" panose="020B0606030504020204" pitchFamily="34" charset="0"/>
                <a:cs typeface="Open Sans" panose="020B0606030504020204" pitchFamily="34" charset="0"/>
              </a:rPr>
              <a:t> </a:t>
            </a:r>
            <a:r>
              <a:rPr lang="en-US" sz="34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EDUCACIÓN</a:t>
            </a:r>
            <a:endParaRPr lang="en-US" sz="3400" b="0" i="0" dirty="0">
              <a:solidFill>
                <a:srgbClr val="6FC2B4"/>
              </a:solidFill>
              <a:effectLst/>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buNone/>
            </a:pPr>
            <a:r>
              <a:rPr lang="es-MX" sz="3100" dirty="0">
                <a:latin typeface="Open Sans" panose="020B0606030504020204" pitchFamily="34" charset="0"/>
                <a:ea typeface="Open Sans" panose="020B0606030504020204" pitchFamily="34" charset="0"/>
                <a:cs typeface="Open Sans" panose="020B0606030504020204" pitchFamily="34" charset="0"/>
              </a:rPr>
              <a:t>Licenciatura / </a:t>
            </a:r>
            <a:r>
              <a:rPr lang="es-MX" sz="3100" dirty="0" err="1">
                <a:latin typeface="Open Sans" panose="020B0606030504020204" pitchFamily="34" charset="0"/>
                <a:ea typeface="Open Sans" panose="020B0606030504020204" pitchFamily="34" charset="0"/>
                <a:cs typeface="Open Sans" panose="020B0606030504020204" pitchFamily="34" charset="0"/>
              </a:rPr>
              <a:t>Ingenieria</a:t>
            </a:r>
            <a:r>
              <a:rPr lang="es-MX" sz="3100" dirty="0">
                <a:latin typeface="Open Sans" panose="020B0606030504020204" pitchFamily="34" charset="0"/>
                <a:ea typeface="Open Sans" panose="020B0606030504020204" pitchFamily="34" charset="0"/>
                <a:cs typeface="Open Sans" panose="020B0606030504020204" pitchFamily="34" charset="0"/>
              </a:rPr>
              <a:t> en ….. – Universidad</a:t>
            </a:r>
            <a:endParaRPr lang="en-US" sz="3400" b="1"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200"/>
              </a:spcBef>
              <a:spcAft>
                <a:spcPct val="0"/>
              </a:spcAft>
              <a:buClr>
                <a:srgbClr val="92D400"/>
              </a:buClr>
              <a:buSzPct val="140000"/>
              <a:buNone/>
            </a:pPr>
            <a:r>
              <a:rPr lang="en-US" sz="34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CERTIFICACIONES</a:t>
            </a:r>
          </a:p>
          <a:p>
            <a:pPr>
              <a:lnSpc>
                <a:spcPct val="120000"/>
              </a:lnSpc>
              <a:spcBef>
                <a:spcPts val="200"/>
              </a:spcBef>
              <a:spcAft>
                <a:spcPct val="0"/>
              </a:spcAft>
              <a:buClr>
                <a:srgbClr val="009A44"/>
              </a:buClr>
              <a:buSzPct val="140000"/>
              <a:defRPr/>
            </a:pPr>
            <a:r>
              <a:rPr lang="es-MX" sz="3100" dirty="0">
                <a:latin typeface="Open Sans" panose="020B0606030504020204" pitchFamily="34" charset="0"/>
                <a:ea typeface="Open Sans" panose="020B0606030504020204" pitchFamily="34" charset="0"/>
                <a:cs typeface="Open Sans" panose="020B0606030504020204" pitchFamily="34" charset="0"/>
              </a:rPr>
              <a:t>A </a:t>
            </a:r>
            <a:endParaRPr lang="es-MX" altLang="es-MX" sz="3100" dirty="0">
              <a:latin typeface="Open Sans" panose="020B0606030504020204" pitchFamily="34" charset="0"/>
              <a:ea typeface="Open Sans" panose="020B0606030504020204" pitchFamily="34" charset="0"/>
              <a:cs typeface="Open Sans" panose="020B0606030504020204" pitchFamily="34" charset="0"/>
            </a:endParaRPr>
          </a:p>
          <a:p>
            <a:pPr>
              <a:lnSpc>
                <a:spcPct val="120000"/>
              </a:lnSpc>
              <a:spcBef>
                <a:spcPts val="200"/>
              </a:spcBef>
              <a:spcAft>
                <a:spcPct val="0"/>
              </a:spcAft>
              <a:buClr>
                <a:srgbClr val="009A44"/>
              </a:buClr>
              <a:buSzPct val="140000"/>
              <a:defRPr/>
            </a:pPr>
            <a:r>
              <a:rPr lang="es-MX" altLang="es-MX" sz="3100" dirty="0">
                <a:latin typeface="Open Sans" panose="020B0606030504020204" pitchFamily="34" charset="0"/>
                <a:ea typeface="Open Sans" panose="020B0606030504020204" pitchFamily="34" charset="0"/>
                <a:cs typeface="Open Sans" panose="020B0606030504020204" pitchFamily="34" charset="0"/>
              </a:rPr>
              <a:t>B</a:t>
            </a:r>
          </a:p>
          <a:p>
            <a:pPr>
              <a:lnSpc>
                <a:spcPct val="120000"/>
              </a:lnSpc>
              <a:spcBef>
                <a:spcPts val="200"/>
              </a:spcBef>
              <a:spcAft>
                <a:spcPct val="0"/>
              </a:spcAft>
              <a:buClr>
                <a:srgbClr val="009A44"/>
              </a:buClr>
              <a:buSzPct val="140000"/>
              <a:defRPr/>
            </a:pPr>
            <a:r>
              <a:rPr lang="es-MX" sz="3100" dirty="0">
                <a:latin typeface="Open Sans" panose="020B0606030504020204" pitchFamily="34" charset="0"/>
                <a:ea typeface="Open Sans" panose="020B0606030504020204" pitchFamily="34" charset="0"/>
                <a:cs typeface="Open Sans" panose="020B0606030504020204" pitchFamily="34" charset="0"/>
              </a:rPr>
              <a:t>C</a:t>
            </a:r>
          </a:p>
        </p:txBody>
      </p:sp>
      <p:pic>
        <p:nvPicPr>
          <p:cNvPr id="3" name="Imagen 2">
            <a:extLst>
              <a:ext uri="{FF2B5EF4-FFF2-40B4-BE49-F238E27FC236}">
                <a16:creationId xmlns:a16="http://schemas.microsoft.com/office/drawing/2014/main" id="{B72B892D-8CDB-91B3-3E28-D090AD4492D1}"/>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0127417" y="34579"/>
            <a:ext cx="1685026" cy="1333090"/>
          </a:xfrm>
          <a:prstGeom prst="rect">
            <a:avLst/>
          </a:prstGeom>
        </p:spPr>
      </p:pic>
      <p:pic>
        <p:nvPicPr>
          <p:cNvPr id="15" name="Imagen 14">
            <a:extLst>
              <a:ext uri="{FF2B5EF4-FFF2-40B4-BE49-F238E27FC236}">
                <a16:creationId xmlns:a16="http://schemas.microsoft.com/office/drawing/2014/main" id="{D0D7F9CC-B8E2-137A-58CB-C771540376FC}"/>
              </a:ext>
            </a:extLst>
          </p:cNvPr>
          <p:cNvPicPr>
            <a:picLocks noGrp="1" noRot="1" noChangeAspect="1" noMove="1" noResize="1" noEditPoints="1" noAdjustHandles="1" noChangeArrowheads="1" noChangeShapeType="1" noCrop="1"/>
          </p:cNvPicPr>
          <p:nvPr/>
        </p:nvPicPr>
        <p:blipFill>
          <a:blip r:embed="rId3">
            <a:alphaModFix amt="50000"/>
            <a:extLst>
              <a:ext uri="{28A0092B-C50C-407E-A947-70E740481C1C}">
                <a14:useLocalDpi xmlns:a14="http://schemas.microsoft.com/office/drawing/2010/main" val="0"/>
              </a:ext>
            </a:extLst>
          </a:blip>
          <a:srcRect l="35999" t="38353" b="17106"/>
          <a:stretch/>
        </p:blipFill>
        <p:spPr>
          <a:xfrm>
            <a:off x="53853" y="6247694"/>
            <a:ext cx="1108475" cy="610306"/>
          </a:xfrm>
          <a:prstGeom prst="rect">
            <a:avLst/>
          </a:prstGeom>
        </p:spPr>
      </p:pic>
      <p:sp>
        <p:nvSpPr>
          <p:cNvPr id="2" name="Text Placeholder 12">
            <a:extLst>
              <a:ext uri="{FF2B5EF4-FFF2-40B4-BE49-F238E27FC236}">
                <a16:creationId xmlns:a16="http://schemas.microsoft.com/office/drawing/2014/main" id="{614D8BE1-05F4-991C-3EAE-034323E7C0A6}"/>
              </a:ext>
            </a:extLst>
          </p:cNvPr>
          <p:cNvSpPr txBox="1">
            <a:spLocks/>
          </p:cNvSpPr>
          <p:nvPr/>
        </p:nvSpPr>
        <p:spPr>
          <a:xfrm>
            <a:off x="7764649" y="6064846"/>
            <a:ext cx="4017543" cy="505228"/>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SzPct val="140000"/>
              <a:buFont typeface="Courier New" panose="02070309020205020404" pitchFamily="49" charset="0"/>
              <a:buChar char="o"/>
            </a:pPr>
            <a:r>
              <a:rPr lang="es-MX" altLang="es-MX" sz="1000">
                <a:solidFill>
                  <a:srgbClr val="091D09"/>
                </a:solidFill>
                <a:latin typeface="Open Sans" panose="020B0606030504020204" pitchFamily="34" charset="0"/>
                <a:ea typeface="Open Sans" panose="020B0606030504020204" pitchFamily="34" charset="0"/>
                <a:cs typeface="Open Sans" panose="020B0606030504020204" pitchFamily="34" charset="0"/>
              </a:rPr>
              <a:t>Cliente 3</a:t>
            </a:r>
          </a:p>
          <a:p>
            <a:pPr algn="l">
              <a:buSzPct val="140000"/>
              <a:buFont typeface="Courier New" panose="02070309020205020404" pitchFamily="49" charset="0"/>
              <a:buChar char="o"/>
            </a:pPr>
            <a:r>
              <a:rPr lang="es-MX" sz="1000">
                <a:solidFill>
                  <a:srgbClr val="091D09"/>
                </a:solidFill>
                <a:latin typeface="Open Sans" panose="020B0606030504020204" pitchFamily="34" charset="0"/>
                <a:ea typeface="Open Sans" panose="020B0606030504020204" pitchFamily="34" charset="0"/>
                <a:cs typeface="Open Sans" panose="020B0606030504020204" pitchFamily="34" charset="0"/>
              </a:rPr>
              <a:t>Cliente 4</a:t>
            </a:r>
            <a:endParaRPr lang="es-ES_tradnl" sz="1000">
              <a:solidFill>
                <a:srgbClr val="091D09"/>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Bocadillo: rectángulo con esquinas redondeadas 5">
            <a:extLst>
              <a:ext uri="{FF2B5EF4-FFF2-40B4-BE49-F238E27FC236}">
                <a16:creationId xmlns:a16="http://schemas.microsoft.com/office/drawing/2014/main" id="{C85C441B-6125-A01F-EC0D-9A217A72080A}"/>
              </a:ext>
            </a:extLst>
          </p:cNvPr>
          <p:cNvSpPr/>
          <p:nvPr/>
        </p:nvSpPr>
        <p:spPr>
          <a:xfrm>
            <a:off x="9159881" y="3572556"/>
            <a:ext cx="2281437" cy="1015064"/>
          </a:xfrm>
          <a:prstGeom prst="wedgeRoundRectCallou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Nota: Colocar los últimos 2 trabajos y la foto en blanco y negro</a:t>
            </a:r>
          </a:p>
        </p:txBody>
      </p:sp>
      <p:pic>
        <p:nvPicPr>
          <p:cNvPr id="9" name="Picture 18" descr="Call center with solid fill">
            <a:extLst>
              <a:ext uri="{FF2B5EF4-FFF2-40B4-BE49-F238E27FC236}">
                <a16:creationId xmlns:a16="http://schemas.microsoft.com/office/drawing/2014/main" id="{0B046F18-E3D2-C60C-19DD-20CC8C79A9B2}"/>
              </a:ext>
            </a:extLst>
          </p:cNvPr>
          <p:cNvPicPr>
            <a:picLocks noChangeAspect="1"/>
          </p:cNvPicPr>
          <p:nvPr/>
        </p:nvPicPr>
        <p:blipFill>
          <a:blip>
            <a:extLst>
              <a:ext uri="{96DAC541-7B7A-43D3-8B79-37D633B846F1}">
                <asvg:svgBlip xmlns:asvg="http://schemas.microsoft.com/office/drawing/2016/SVG/main" r:embed="rId4"/>
              </a:ext>
            </a:extLst>
          </a:blip>
          <a:srcRect t="44" b="44"/>
          <a:stretch/>
        </p:blipFill>
        <p:spPr>
          <a:xfrm>
            <a:off x="370757" y="1445752"/>
            <a:ext cx="1060648" cy="1059722"/>
          </a:xfrm>
          <a:prstGeom prst="ellipse">
            <a:avLst/>
          </a:prstGeom>
          <a:noFill/>
          <a:ln w="38100">
            <a:solidFill>
              <a:srgbClr val="009A44"/>
            </a:solidFill>
          </a:ln>
        </p:spPr>
      </p:pic>
      <p:sp>
        <p:nvSpPr>
          <p:cNvPr id="11" name="Bocadillo: rectángulo con esquinas redondeadas 5">
            <a:extLst>
              <a:ext uri="{FF2B5EF4-FFF2-40B4-BE49-F238E27FC236}">
                <a16:creationId xmlns:a16="http://schemas.microsoft.com/office/drawing/2014/main" id="{AF1BB4F9-C11E-EB05-7387-54DF79C9215D}"/>
              </a:ext>
            </a:extLst>
          </p:cNvPr>
          <p:cNvSpPr/>
          <p:nvPr/>
        </p:nvSpPr>
        <p:spPr>
          <a:xfrm>
            <a:off x="8898079" y="189841"/>
            <a:ext cx="2281437" cy="1015064"/>
          </a:xfrm>
          <a:prstGeom prst="wedgeRoundRectCallou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COPIAR ESTAS PLANTILLAS, NO EL CV DE EJEMPLO</a:t>
            </a:r>
          </a:p>
        </p:txBody>
      </p:sp>
    </p:spTree>
    <p:extLst>
      <p:ext uri="{BB962C8B-B14F-4D97-AF65-F5344CB8AC3E}">
        <p14:creationId xmlns:p14="http://schemas.microsoft.com/office/powerpoint/2010/main" val="2616592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8">
            <a:extLst>
              <a:ext uri="{FF2B5EF4-FFF2-40B4-BE49-F238E27FC236}">
                <a16:creationId xmlns:a16="http://schemas.microsoft.com/office/drawing/2014/main" id="{A8C7387A-E2EF-435B-823C-F440C0B0701A}"/>
              </a:ext>
            </a:extLst>
          </p:cNvPr>
          <p:cNvSpPr/>
          <p:nvPr/>
        </p:nvSpPr>
        <p:spPr>
          <a:xfrm>
            <a:off x="233662" y="2914422"/>
            <a:ext cx="3240647" cy="3703353"/>
          </a:xfrm>
          <a:custGeom>
            <a:avLst/>
            <a:gdLst/>
            <a:ahLst/>
            <a:cxnLst/>
            <a:rect l="l" t="t" r="r" b="b"/>
            <a:pathLst>
              <a:path w="2075814" h="2875915">
                <a:moveTo>
                  <a:pt x="0" y="2875787"/>
                </a:moveTo>
                <a:lnTo>
                  <a:pt x="2075688" y="2875787"/>
                </a:lnTo>
                <a:lnTo>
                  <a:pt x="2075688" y="0"/>
                </a:lnTo>
                <a:lnTo>
                  <a:pt x="0" y="0"/>
                </a:lnTo>
                <a:lnTo>
                  <a:pt x="0" y="2875787"/>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2">
            <a:extLst>
              <a:ext uri="{FF2B5EF4-FFF2-40B4-BE49-F238E27FC236}">
                <a16:creationId xmlns:a16="http://schemas.microsoft.com/office/drawing/2014/main" id="{AA1E075A-F9A3-4072-82AE-DE1C10BDB1B5}"/>
              </a:ext>
            </a:extLst>
          </p:cNvPr>
          <p:cNvSpPr txBox="1"/>
          <p:nvPr/>
        </p:nvSpPr>
        <p:spPr>
          <a:xfrm>
            <a:off x="1162328" y="2809350"/>
            <a:ext cx="1383315" cy="185307"/>
          </a:xfrm>
          <a:prstGeom prst="rect">
            <a:avLst/>
          </a:prstGeom>
          <a:solidFill>
            <a:schemeClr val="bg1"/>
          </a:solidFill>
        </p:spPr>
        <p:txBody>
          <a:bodyPr vert="horz" wrap="square" lIns="0" tIns="15875" rIns="0" bIns="0" rtlCol="0">
            <a:spAutoFit/>
          </a:bodyPr>
          <a:lstStyle/>
          <a:p>
            <a:pPr marL="12700" marR="0" lvl="0" indent="0" algn="ctr" defTabSz="914400" rtl="0" eaLnBrk="1" fontAlgn="auto" latinLnBrk="0" hangingPunct="1">
              <a:lnSpc>
                <a:spcPct val="100000"/>
              </a:lnSpc>
              <a:spcBef>
                <a:spcPts val="125"/>
              </a:spcBef>
              <a:spcAft>
                <a:spcPts val="0"/>
              </a:spcAft>
              <a:buClrTx/>
              <a:buSzTx/>
              <a:buFontTx/>
              <a:buNone/>
              <a:tabLst/>
              <a:defRPr/>
            </a:pPr>
            <a:r>
              <a:rPr kumimoji="0" lang="en-US" sz="1100" b="1" i="0" u="none" strike="noStrike" kern="1200" cap="none" spc="0" normalizeH="0" baseline="0" noProof="0">
                <a:ln>
                  <a:noFill/>
                </a:ln>
                <a:solidFill>
                  <a:srgbClr val="009A44"/>
                </a:solidFill>
                <a:effectLst/>
                <a:uLnTx/>
                <a:uFillTx/>
                <a:latin typeface="Open Sans"/>
                <a:ea typeface="+mn-ea"/>
                <a:cs typeface="Arial"/>
              </a:rPr>
              <a:t>KEY SKILLS</a:t>
            </a:r>
            <a:endParaRPr kumimoji="0" lang="en-US" sz="1100" b="0" i="0" u="none" strike="noStrike" kern="1200" cap="none" spc="0" normalizeH="0" baseline="0" noProof="0">
              <a:ln>
                <a:noFill/>
              </a:ln>
              <a:solidFill>
                <a:srgbClr val="009A44"/>
              </a:solidFill>
              <a:effectLst/>
              <a:uLnTx/>
              <a:uFillTx/>
              <a:latin typeface="Open Sans"/>
              <a:ea typeface="+mn-ea"/>
              <a:cs typeface="Arial"/>
            </a:endParaRPr>
          </a:p>
        </p:txBody>
      </p:sp>
      <p:sp>
        <p:nvSpPr>
          <p:cNvPr id="18" name="object 14">
            <a:extLst>
              <a:ext uri="{FF2B5EF4-FFF2-40B4-BE49-F238E27FC236}">
                <a16:creationId xmlns:a16="http://schemas.microsoft.com/office/drawing/2014/main" id="{FEFC4A02-F6C7-485C-8CCD-0BE7215126C4}"/>
              </a:ext>
            </a:extLst>
          </p:cNvPr>
          <p:cNvSpPr/>
          <p:nvPr/>
        </p:nvSpPr>
        <p:spPr>
          <a:xfrm>
            <a:off x="3606493" y="2504098"/>
            <a:ext cx="8201794" cy="3280473"/>
          </a:xfrm>
          <a:custGeom>
            <a:avLst/>
            <a:gdLst/>
            <a:ahLst/>
            <a:cxnLst/>
            <a:rect l="l" t="t" r="r" b="b"/>
            <a:pathLst>
              <a:path w="6259195" h="3949065">
                <a:moveTo>
                  <a:pt x="0" y="3948684"/>
                </a:moveTo>
                <a:lnTo>
                  <a:pt x="6259067" y="3948684"/>
                </a:lnTo>
                <a:lnTo>
                  <a:pt x="6259067" y="0"/>
                </a:lnTo>
                <a:lnTo>
                  <a:pt x="0" y="0"/>
                </a:lnTo>
                <a:lnTo>
                  <a:pt x="0" y="3948684"/>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object 3">
            <a:extLst>
              <a:ext uri="{FF2B5EF4-FFF2-40B4-BE49-F238E27FC236}">
                <a16:creationId xmlns:a16="http://schemas.microsoft.com/office/drawing/2014/main" id="{626912DD-6D1F-442C-8777-694BD5BD74B4}"/>
              </a:ext>
            </a:extLst>
          </p:cNvPr>
          <p:cNvSpPr/>
          <p:nvPr/>
        </p:nvSpPr>
        <p:spPr>
          <a:xfrm>
            <a:off x="3608933" y="5924209"/>
            <a:ext cx="8201794" cy="680120"/>
          </a:xfrm>
          <a:custGeom>
            <a:avLst/>
            <a:gdLst/>
            <a:ahLst/>
            <a:cxnLst/>
            <a:rect l="l" t="t" r="r" b="b"/>
            <a:pathLst>
              <a:path w="6250305" h="1146175">
                <a:moveTo>
                  <a:pt x="0" y="1146048"/>
                </a:moveTo>
                <a:lnTo>
                  <a:pt x="6249923" y="1146048"/>
                </a:lnTo>
                <a:lnTo>
                  <a:pt x="6249923" y="0"/>
                </a:lnTo>
                <a:lnTo>
                  <a:pt x="0" y="0"/>
                </a:lnTo>
                <a:lnTo>
                  <a:pt x="0" y="1146048"/>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2" name="Group 21">
            <a:extLst>
              <a:ext uri="{FF2B5EF4-FFF2-40B4-BE49-F238E27FC236}">
                <a16:creationId xmlns:a16="http://schemas.microsoft.com/office/drawing/2014/main" id="{1F0534A6-3032-4CB6-89C6-D404B62CA9E6}"/>
              </a:ext>
            </a:extLst>
          </p:cNvPr>
          <p:cNvGrpSpPr/>
          <p:nvPr/>
        </p:nvGrpSpPr>
        <p:grpSpPr>
          <a:xfrm>
            <a:off x="3606493" y="1273351"/>
            <a:ext cx="8201794" cy="1046670"/>
            <a:chOff x="3606493" y="1417853"/>
            <a:chExt cx="8201794" cy="1261810"/>
          </a:xfrm>
        </p:grpSpPr>
        <p:sp>
          <p:nvSpPr>
            <p:cNvPr id="8" name="object 3">
              <a:extLst>
                <a:ext uri="{FF2B5EF4-FFF2-40B4-BE49-F238E27FC236}">
                  <a16:creationId xmlns:a16="http://schemas.microsoft.com/office/drawing/2014/main" id="{5FFF6245-1614-4E1D-B56E-2564BB53684D}"/>
                </a:ext>
              </a:extLst>
            </p:cNvPr>
            <p:cNvSpPr/>
            <p:nvPr/>
          </p:nvSpPr>
          <p:spPr>
            <a:xfrm>
              <a:off x="3606493" y="1533488"/>
              <a:ext cx="8201794" cy="1146175"/>
            </a:xfrm>
            <a:custGeom>
              <a:avLst/>
              <a:gdLst/>
              <a:ahLst/>
              <a:cxnLst/>
              <a:rect l="l" t="t" r="r" b="b"/>
              <a:pathLst>
                <a:path w="6250305" h="1146175">
                  <a:moveTo>
                    <a:pt x="0" y="1146048"/>
                  </a:moveTo>
                  <a:lnTo>
                    <a:pt x="6249923" y="1146048"/>
                  </a:lnTo>
                  <a:lnTo>
                    <a:pt x="6249923" y="0"/>
                  </a:lnTo>
                  <a:lnTo>
                    <a:pt x="0" y="0"/>
                  </a:lnTo>
                  <a:lnTo>
                    <a:pt x="0" y="1146048"/>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1" name="Group 20">
              <a:extLst>
                <a:ext uri="{FF2B5EF4-FFF2-40B4-BE49-F238E27FC236}">
                  <a16:creationId xmlns:a16="http://schemas.microsoft.com/office/drawing/2014/main" id="{C20522FB-2349-463F-8014-1BCF0F9FCA3B}"/>
                </a:ext>
              </a:extLst>
            </p:cNvPr>
            <p:cNvGrpSpPr/>
            <p:nvPr/>
          </p:nvGrpSpPr>
          <p:grpSpPr>
            <a:xfrm>
              <a:off x="3606493" y="1417853"/>
              <a:ext cx="2111295" cy="482241"/>
              <a:chOff x="3606493" y="1417853"/>
              <a:chExt cx="2111295" cy="482241"/>
            </a:xfrm>
          </p:grpSpPr>
          <p:sp>
            <p:nvSpPr>
              <p:cNvPr id="14" name="Rectangle 13">
                <a:extLst>
                  <a:ext uri="{FF2B5EF4-FFF2-40B4-BE49-F238E27FC236}">
                    <a16:creationId xmlns:a16="http://schemas.microsoft.com/office/drawing/2014/main" id="{8CCA3CCA-2A0F-4DDA-B469-BD46A09A72DA}"/>
                  </a:ext>
                </a:extLst>
              </p:cNvPr>
              <p:cNvSpPr/>
              <p:nvPr/>
            </p:nvSpPr>
            <p:spPr>
              <a:xfrm>
                <a:off x="3606493" y="1417853"/>
                <a:ext cx="1828800" cy="2356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38" name="object 12">
                <a:extLst>
                  <a:ext uri="{FF2B5EF4-FFF2-40B4-BE49-F238E27FC236}">
                    <a16:creationId xmlns:a16="http://schemas.microsoft.com/office/drawing/2014/main" id="{8FE1CF09-4265-478B-B1B1-D14D68E004D1}"/>
                  </a:ext>
                </a:extLst>
              </p:cNvPr>
              <p:cNvSpPr txBox="1"/>
              <p:nvPr/>
            </p:nvSpPr>
            <p:spPr>
              <a:xfrm>
                <a:off x="3654118" y="1420062"/>
                <a:ext cx="2063670" cy="480032"/>
              </a:xfrm>
              <a:prstGeom prst="rect">
                <a:avLst/>
              </a:prstGeom>
              <a:solidFill>
                <a:schemeClr val="bg1"/>
              </a:solidFill>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kumimoji="0" lang="en-US" sz="1200" b="1" i="0" u="none" strike="noStrike" kern="1200" cap="none" spc="0" normalizeH="0" baseline="0" noProof="0">
                    <a:ln>
                      <a:noFill/>
                    </a:ln>
                    <a:solidFill>
                      <a:srgbClr val="009A44"/>
                    </a:solidFill>
                    <a:effectLst/>
                    <a:uLnTx/>
                    <a:uFillTx/>
                    <a:latin typeface="Open Sans"/>
                    <a:ea typeface="+mn-ea"/>
                    <a:cs typeface="Arial"/>
                  </a:rPr>
                  <a:t>PROFESSIONAL SUMMARY</a:t>
                </a:r>
                <a:endParaRPr kumimoji="0" lang="en-US" sz="1200" b="0" i="0" u="none" strike="noStrike" kern="1200" cap="none" spc="0" normalizeH="0" baseline="0" noProof="0">
                  <a:ln>
                    <a:noFill/>
                  </a:ln>
                  <a:solidFill>
                    <a:srgbClr val="009A44"/>
                  </a:solidFill>
                  <a:effectLst/>
                  <a:uLnTx/>
                  <a:uFillTx/>
                  <a:latin typeface="Open Sans"/>
                  <a:ea typeface="+mn-ea"/>
                  <a:cs typeface="Arial"/>
                </a:endParaRPr>
              </a:p>
              <a:p>
                <a:pPr marL="12700" marR="0" lvl="0" indent="0" algn="l" defTabSz="914400" rtl="0" eaLnBrk="1" fontAlgn="auto" latinLnBrk="0" hangingPunct="1">
                  <a:lnSpc>
                    <a:spcPct val="100000"/>
                  </a:lnSpc>
                  <a:spcBef>
                    <a:spcPts val="125"/>
                  </a:spcBef>
                  <a:spcAft>
                    <a:spcPts val="0"/>
                  </a:spcAft>
                  <a:buClrTx/>
                  <a:buSzTx/>
                  <a:buFontTx/>
                  <a:buNone/>
                  <a:tabLst/>
                  <a:defRPr/>
                </a:pPr>
                <a:endParaRPr kumimoji="0" lang="en-US" sz="1200" b="0" i="0" u="none" strike="noStrike" kern="1200" cap="none" spc="0" normalizeH="0" baseline="0" noProof="0">
                  <a:ln>
                    <a:noFill/>
                  </a:ln>
                  <a:solidFill>
                    <a:srgbClr val="009A44"/>
                  </a:solidFill>
                  <a:effectLst/>
                  <a:uLnTx/>
                  <a:uFillTx/>
                  <a:latin typeface="Open Sans"/>
                  <a:ea typeface="+mn-ea"/>
                  <a:cs typeface="Arial"/>
                </a:endParaRPr>
              </a:p>
            </p:txBody>
          </p:sp>
        </p:grpSp>
      </p:grpSp>
      <p:sp>
        <p:nvSpPr>
          <p:cNvPr id="23" name="Rectangle 22">
            <a:extLst>
              <a:ext uri="{FF2B5EF4-FFF2-40B4-BE49-F238E27FC236}">
                <a16:creationId xmlns:a16="http://schemas.microsoft.com/office/drawing/2014/main" id="{72DAEAF3-6101-4EDB-A4FD-54D9B66B32B3}"/>
              </a:ext>
            </a:extLst>
          </p:cNvPr>
          <p:cNvSpPr/>
          <p:nvPr/>
        </p:nvSpPr>
        <p:spPr>
          <a:xfrm>
            <a:off x="3606493" y="2706724"/>
            <a:ext cx="1828800" cy="2830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41" name="object 12">
            <a:extLst>
              <a:ext uri="{FF2B5EF4-FFF2-40B4-BE49-F238E27FC236}">
                <a16:creationId xmlns:a16="http://schemas.microsoft.com/office/drawing/2014/main" id="{A3F533DB-F8E4-46ED-8A7D-6C106087D81B}"/>
              </a:ext>
            </a:extLst>
          </p:cNvPr>
          <p:cNvSpPr txBox="1"/>
          <p:nvPr/>
        </p:nvSpPr>
        <p:spPr>
          <a:xfrm>
            <a:off x="3666083" y="2408135"/>
            <a:ext cx="1916111" cy="200696"/>
          </a:xfrm>
          <a:prstGeom prst="rect">
            <a:avLst/>
          </a:prstGeom>
          <a:solidFill>
            <a:schemeClr val="bg1"/>
          </a:solidFill>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kumimoji="0" lang="en-US" sz="1200" b="1" i="0" u="none" strike="noStrike" kern="1200" cap="none" spc="0" normalizeH="0" baseline="0" noProof="0">
                <a:ln>
                  <a:noFill/>
                </a:ln>
                <a:solidFill>
                  <a:srgbClr val="009A44"/>
                </a:solidFill>
                <a:effectLst/>
                <a:uLnTx/>
                <a:uFillTx/>
                <a:latin typeface="Open Sans"/>
                <a:ea typeface="+mn-ea"/>
                <a:cs typeface="Arial"/>
              </a:rPr>
              <a:t>WORK EXPERIENCE</a:t>
            </a:r>
            <a:endParaRPr kumimoji="0" lang="en-US" sz="1200" b="0" i="0" u="none" strike="noStrike" kern="1200" cap="none" spc="0" normalizeH="0" baseline="0" noProof="0">
              <a:ln>
                <a:noFill/>
              </a:ln>
              <a:solidFill>
                <a:srgbClr val="009A44"/>
              </a:solidFill>
              <a:effectLst/>
              <a:uLnTx/>
              <a:uFillTx/>
              <a:latin typeface="Open Sans"/>
              <a:ea typeface="+mn-ea"/>
              <a:cs typeface="Arial"/>
            </a:endParaRPr>
          </a:p>
        </p:txBody>
      </p:sp>
      <p:sp>
        <p:nvSpPr>
          <p:cNvPr id="28" name="Rectangle 27">
            <a:extLst>
              <a:ext uri="{FF2B5EF4-FFF2-40B4-BE49-F238E27FC236}">
                <a16:creationId xmlns:a16="http://schemas.microsoft.com/office/drawing/2014/main" id="{FD058013-26A9-4C4C-BAF6-E902D9BFC0F0}"/>
              </a:ext>
            </a:extLst>
          </p:cNvPr>
          <p:cNvSpPr/>
          <p:nvPr/>
        </p:nvSpPr>
        <p:spPr>
          <a:xfrm>
            <a:off x="3609245" y="5695609"/>
            <a:ext cx="18288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27" name="object 12">
            <a:extLst>
              <a:ext uri="{FF2B5EF4-FFF2-40B4-BE49-F238E27FC236}">
                <a16:creationId xmlns:a16="http://schemas.microsoft.com/office/drawing/2014/main" id="{698355FF-281D-43E6-ABF2-C9762F422AFA}"/>
              </a:ext>
            </a:extLst>
          </p:cNvPr>
          <p:cNvSpPr txBox="1"/>
          <p:nvPr/>
        </p:nvSpPr>
        <p:spPr>
          <a:xfrm>
            <a:off x="3724520" y="5823861"/>
            <a:ext cx="1916111" cy="200696"/>
          </a:xfrm>
          <a:prstGeom prst="rect">
            <a:avLst/>
          </a:prstGeom>
          <a:solidFill>
            <a:schemeClr val="bg1"/>
          </a:solidFill>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kumimoji="0" lang="en-US" sz="1200" b="1" i="0" u="none" strike="noStrike" kern="1200" cap="none" spc="0" normalizeH="0" baseline="0" noProof="0" dirty="0" err="1">
                <a:ln>
                  <a:noFill/>
                </a:ln>
                <a:solidFill>
                  <a:srgbClr val="009A44"/>
                </a:solidFill>
                <a:effectLst/>
                <a:uLnTx/>
                <a:uFillTx/>
                <a:latin typeface="Open Sans"/>
                <a:ea typeface="+mn-ea"/>
                <a:cs typeface="Arial"/>
              </a:rPr>
              <a:t>Cients</a:t>
            </a:r>
            <a:r>
              <a:rPr kumimoji="0" lang="en-US" sz="1200" b="1" i="0" u="none" strike="noStrike" kern="1200" cap="none" spc="0" normalizeH="0" baseline="0" noProof="0" dirty="0">
                <a:ln>
                  <a:noFill/>
                </a:ln>
                <a:solidFill>
                  <a:srgbClr val="009A44"/>
                </a:solidFill>
                <a:effectLst/>
                <a:uLnTx/>
                <a:uFillTx/>
                <a:latin typeface="Open Sans"/>
                <a:ea typeface="+mn-ea"/>
                <a:cs typeface="Arial"/>
              </a:rPr>
              <a:t> or Industries</a:t>
            </a:r>
          </a:p>
        </p:txBody>
      </p:sp>
      <p:sp>
        <p:nvSpPr>
          <p:cNvPr id="63" name="Title 1">
            <a:extLst>
              <a:ext uri="{FF2B5EF4-FFF2-40B4-BE49-F238E27FC236}">
                <a16:creationId xmlns:a16="http://schemas.microsoft.com/office/drawing/2014/main" id="{EE83CC4A-18A1-4541-B584-566F532BF005}"/>
              </a:ext>
            </a:extLst>
          </p:cNvPr>
          <p:cNvSpPr>
            <a:spLocks noGrp="1"/>
          </p:cNvSpPr>
          <p:nvPr>
            <p:ph type="title"/>
          </p:nvPr>
        </p:nvSpPr>
        <p:spPr>
          <a:xfrm>
            <a:off x="457200" y="639832"/>
            <a:ext cx="11106150" cy="479076"/>
          </a:xfrm>
        </p:spPr>
        <p:txBody>
          <a:bodyPr vert="horz" lIns="0" tIns="45720" rIns="0" bIns="0" rtlCol="0" anchor="b" anchorCtr="0">
            <a:noAutofit/>
          </a:bodyPr>
          <a:lstStyle/>
          <a:p>
            <a:br>
              <a:rPr lang="es-MX" dirty="0"/>
            </a:br>
            <a:br>
              <a:rPr lang="es-MX" dirty="0"/>
            </a:br>
            <a:br>
              <a:rPr lang="en-US" dirty="0"/>
            </a:br>
            <a:r>
              <a:rPr lang="es-MX" sz="2800" spc="-4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s-MX" sz="2800" dirty="0">
                <a:latin typeface="Open Sans" panose="020B0606030504020204" pitchFamily="34" charset="0"/>
                <a:ea typeface="Open Sans" panose="020B0606030504020204" pitchFamily="34" charset="0"/>
                <a:cs typeface="Open Sans" panose="020B0606030504020204" pitchFamily="34" charset="0"/>
              </a:rPr>
              <a:t>Name</a:t>
            </a:r>
            <a:endParaRPr lang="en-US" sz="3600" spc="-40" dirty="0">
              <a:latin typeface="Open Sans" panose="020B0606030504020204" pitchFamily="34" charset="0"/>
              <a:ea typeface="Open Sans" panose="020B0606030504020204" pitchFamily="34" charset="0"/>
              <a:cs typeface="Open Sans" panose="020B0606030504020204" pitchFamily="34" charset="0"/>
            </a:endParaRPr>
          </a:p>
        </p:txBody>
      </p:sp>
      <p:sp>
        <p:nvSpPr>
          <p:cNvPr id="65" name="Text Placeholder 6">
            <a:extLst>
              <a:ext uri="{FF2B5EF4-FFF2-40B4-BE49-F238E27FC236}">
                <a16:creationId xmlns:a16="http://schemas.microsoft.com/office/drawing/2014/main" id="{705A2186-6298-4ED9-B7CB-35D5F197346D}"/>
              </a:ext>
            </a:extLst>
          </p:cNvPr>
          <p:cNvSpPr txBox="1">
            <a:spLocks/>
          </p:cNvSpPr>
          <p:nvPr/>
        </p:nvSpPr>
        <p:spPr>
          <a:xfrm>
            <a:off x="457200" y="434413"/>
            <a:ext cx="8156448" cy="203200"/>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Clr>
                <a:schemeClr val="accent5"/>
              </a:buClr>
              <a:buSzPct val="75000"/>
              <a:buFont typeface="Arial" panose="020B0604020202020204" pitchFamily="34" charset="0"/>
              <a:buNone/>
              <a:defRPr lang="en-US" sz="900" b="1" kern="0" cap="all" spc="250" baseline="0" dirty="0">
                <a:solidFill>
                  <a:schemeClr val="bg1">
                    <a:lumMod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
                <a:srgbClr val="787878"/>
              </a:buClr>
              <a:buSzPct val="75000"/>
              <a:buFont typeface="Arial" panose="020B0604020202020204" pitchFamily="34" charset="0"/>
              <a:buNone/>
              <a:tabLst/>
              <a:defRPr/>
            </a:pPr>
            <a:r>
              <a:rPr kumimoji="0" lang="en-US" sz="900" b="1" i="0" u="none" strike="noStrike" kern="0" cap="all" spc="250" normalizeH="0" baseline="0" noProof="0">
                <a:ln>
                  <a:noFill/>
                </a:ln>
                <a:solidFill>
                  <a:srgbClr val="FFFFFF">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Operation excellence</a:t>
            </a:r>
          </a:p>
        </p:txBody>
      </p:sp>
      <p:sp>
        <p:nvSpPr>
          <p:cNvPr id="70" name="object 9">
            <a:extLst>
              <a:ext uri="{FF2B5EF4-FFF2-40B4-BE49-F238E27FC236}">
                <a16:creationId xmlns:a16="http://schemas.microsoft.com/office/drawing/2014/main" id="{BF1CAC68-0F79-4D7D-8A92-2A2F894A4470}"/>
              </a:ext>
            </a:extLst>
          </p:cNvPr>
          <p:cNvSpPr txBox="1"/>
          <p:nvPr/>
        </p:nvSpPr>
        <p:spPr>
          <a:xfrm>
            <a:off x="369083" y="5773994"/>
            <a:ext cx="3044483" cy="682238"/>
          </a:xfrm>
          <a:prstGeom prst="rect">
            <a:avLst/>
          </a:prstGeom>
        </p:spPr>
        <p:txBody>
          <a:bodyPr vert="horz" wrap="square" lIns="0" tIns="12700" rIns="0" bIns="0" rtlCol="0">
            <a:spAutoFit/>
          </a:bodyPr>
          <a:lstStyle/>
          <a:p>
            <a:pPr marL="12065" marR="0" lvl="0" indent="0" algn="l" defTabSz="914400" rtl="0" eaLnBrk="1" fontAlgn="auto" latinLnBrk="0" hangingPunct="1">
              <a:lnSpc>
                <a:spcPct val="100000"/>
              </a:lnSpc>
              <a:spcBef>
                <a:spcPts val="100"/>
              </a:spcBef>
              <a:spcAft>
                <a:spcPts val="0"/>
              </a:spcAft>
              <a:buClrTx/>
              <a:buSzTx/>
              <a:buFontTx/>
              <a:buNone/>
              <a:tabLst>
                <a:tab pos="184785" algn="l"/>
                <a:tab pos="185420" algn="l"/>
              </a:tabLst>
              <a:defRPr/>
            </a:pPr>
            <a:r>
              <a:rPr kumimoji="0" lang="en-US" sz="1100" b="1" i="0" u="none" strike="noStrike" kern="1200" cap="none" spc="0" normalizeH="0" baseline="0" noProof="0">
                <a:ln>
                  <a:noFill/>
                </a:ln>
                <a:solidFill>
                  <a:srgbClr val="6FC2B4"/>
                </a:solidFill>
                <a:effectLst/>
                <a:uLnTx/>
                <a:uFillTx/>
                <a:latin typeface="Open Sans" panose="020B0606030504020204" pitchFamily="34" charset="0"/>
                <a:ea typeface="Open Sans" panose="020B0606030504020204" pitchFamily="34" charset="0"/>
                <a:cs typeface="Open Sans" panose="020B0606030504020204" pitchFamily="34" charset="0"/>
              </a:rPr>
              <a:t>LANGUANGES</a:t>
            </a:r>
          </a:p>
          <a:p>
            <a:pPr marL="183515" marR="0" lvl="0" indent="-171450" algn="l" defTabSz="914400" rtl="0" eaLnBrk="1" fontAlgn="auto" latinLnBrk="0" hangingPunct="1">
              <a:lnSpc>
                <a:spcPct val="100000"/>
              </a:lnSpc>
              <a:spcBef>
                <a:spcPts val="100"/>
              </a:spcBef>
              <a:spcAft>
                <a:spcPts val="0"/>
              </a:spcAft>
              <a:buClr>
                <a:srgbClr val="009A44"/>
              </a:buClr>
              <a:buSzPct val="140000"/>
              <a:buFont typeface="Arial" panose="020B0604020202020204" pitchFamily="34" charset="0"/>
              <a:buChar char="•"/>
              <a:tabLst>
                <a:tab pos="184785" algn="l"/>
                <a:tab pos="185420" algn="l"/>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a:t>
            </a:r>
          </a:p>
          <a:p>
            <a:pPr marL="183515" marR="0" lvl="0" indent="-171450" algn="l" defTabSz="914400" rtl="0" eaLnBrk="1" fontAlgn="auto" latinLnBrk="0" hangingPunct="1">
              <a:lnSpc>
                <a:spcPct val="100000"/>
              </a:lnSpc>
              <a:spcBef>
                <a:spcPts val="100"/>
              </a:spcBef>
              <a:spcAft>
                <a:spcPts val="0"/>
              </a:spcAft>
              <a:buClr>
                <a:srgbClr val="009A44"/>
              </a:buClr>
              <a:buSzPct val="140000"/>
              <a:buFont typeface="Arial" panose="020B0604020202020204" pitchFamily="34" charset="0"/>
              <a:buChar char="•"/>
              <a:tabLst>
                <a:tab pos="184785" algn="l"/>
                <a:tab pos="185420" algn="l"/>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B</a:t>
            </a:r>
          </a:p>
          <a:p>
            <a:pPr marL="12065" marR="0" lvl="0" indent="0" algn="l" defTabSz="914400" rtl="0" eaLnBrk="1" fontAlgn="auto" latinLnBrk="0" hangingPunct="1">
              <a:lnSpc>
                <a:spcPct val="100000"/>
              </a:lnSpc>
              <a:spcBef>
                <a:spcPts val="100"/>
              </a:spcBef>
              <a:spcAft>
                <a:spcPts val="0"/>
              </a:spcAft>
              <a:buClr>
                <a:srgbClr val="009A44"/>
              </a:buClr>
              <a:buSzPct val="140000"/>
              <a:buFontTx/>
              <a:buNone/>
              <a:tabLst>
                <a:tab pos="184785" algn="l"/>
                <a:tab pos="185420" algn="l"/>
              </a:tabLst>
              <a:defRPr/>
            </a:pPr>
            <a:endPar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73" name="TextBox 72">
            <a:extLst>
              <a:ext uri="{FF2B5EF4-FFF2-40B4-BE49-F238E27FC236}">
                <a16:creationId xmlns:a16="http://schemas.microsoft.com/office/drawing/2014/main" id="{E2F105EE-6961-4448-A99A-801AAF455100}"/>
              </a:ext>
            </a:extLst>
          </p:cNvPr>
          <p:cNvSpPr txBox="1"/>
          <p:nvPr/>
        </p:nvSpPr>
        <p:spPr>
          <a:xfrm>
            <a:off x="3600882" y="1568341"/>
            <a:ext cx="8201795" cy="24622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Open Sans"/>
                <a:ea typeface="Open Sans"/>
                <a:cs typeface="Open Sans"/>
              </a:rPr>
              <a:t>Information about your professional profile</a:t>
            </a:r>
          </a:p>
        </p:txBody>
      </p:sp>
      <p:sp>
        <p:nvSpPr>
          <p:cNvPr id="31" name="Text Placeholder 12">
            <a:extLst>
              <a:ext uri="{FF2B5EF4-FFF2-40B4-BE49-F238E27FC236}">
                <a16:creationId xmlns:a16="http://schemas.microsoft.com/office/drawing/2014/main" id="{C97CD7B8-A0C7-4B5B-9122-0C6E526AB490}"/>
              </a:ext>
            </a:extLst>
          </p:cNvPr>
          <p:cNvSpPr txBox="1">
            <a:spLocks/>
          </p:cNvSpPr>
          <p:nvPr/>
        </p:nvSpPr>
        <p:spPr>
          <a:xfrm>
            <a:off x="3654118" y="6099101"/>
            <a:ext cx="3785068" cy="505228"/>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000"/>
              </a:spcBef>
              <a:spcAft>
                <a:spcPts val="0"/>
              </a:spcAft>
              <a:buClr>
                <a:srgbClr val="5B9BD5"/>
              </a:buClr>
              <a:buSzPct val="140000"/>
              <a:buFont typeface="Courier New" panose="02070309020205020404" pitchFamily="49" charset="0"/>
              <a:buChar char="o"/>
              <a:tabLst/>
              <a:defRPr/>
            </a:pPr>
            <a:r>
              <a:rPr kumimoji="0" lang="es-MX" sz="1000" b="0" i="0" u="none" strike="noStrike" kern="1200" cap="none" spc="-30" normalizeH="0" baseline="0" noProof="0">
                <a:ln>
                  <a:noFill/>
                </a:ln>
                <a:solidFill>
                  <a:srgbClr val="091D09"/>
                </a:solidFill>
                <a:effectLst/>
                <a:uLnTx/>
                <a:uFillTx/>
                <a:latin typeface="Open Sans" panose="020B0606030504020204" pitchFamily="34" charset="0"/>
                <a:ea typeface="Open Sans" panose="020B0606030504020204" pitchFamily="34" charset="0"/>
                <a:cs typeface="Open Sans" panose="020B0606030504020204" pitchFamily="34" charset="0"/>
              </a:rPr>
              <a:t>A</a:t>
            </a:r>
          </a:p>
          <a:p>
            <a:pPr marL="228600" marR="0" lvl="0" indent="-228600" algn="l" defTabSz="914400" rtl="0" eaLnBrk="1" fontAlgn="auto" latinLnBrk="0" hangingPunct="1">
              <a:lnSpc>
                <a:spcPct val="100000"/>
              </a:lnSpc>
              <a:spcBef>
                <a:spcPts val="1000"/>
              </a:spcBef>
              <a:spcAft>
                <a:spcPts val="0"/>
              </a:spcAft>
              <a:buClr>
                <a:srgbClr val="5B9BD5"/>
              </a:buClr>
              <a:buSzPct val="140000"/>
              <a:buFont typeface="Courier New" panose="02070309020205020404" pitchFamily="49" charset="0"/>
              <a:buChar char="o"/>
              <a:tabLst/>
              <a:defRPr/>
            </a:pPr>
            <a:r>
              <a:rPr kumimoji="0" lang="es-MX" sz="1000" b="0" i="0" u="none" strike="noStrike" kern="1200" cap="none" spc="-30" normalizeH="0" baseline="0" noProof="0">
                <a:ln>
                  <a:noFill/>
                </a:ln>
                <a:solidFill>
                  <a:srgbClr val="091D09"/>
                </a:solidFill>
                <a:effectLst/>
                <a:uLnTx/>
                <a:uFillTx/>
                <a:latin typeface="Open Sans" panose="020B0606030504020204" pitchFamily="34" charset="0"/>
                <a:ea typeface="Open Sans" panose="020B0606030504020204" pitchFamily="34" charset="0"/>
                <a:cs typeface="Open Sans" panose="020B0606030504020204" pitchFamily="34" charset="0"/>
              </a:rPr>
              <a:t>B</a:t>
            </a:r>
            <a:endParaRPr kumimoji="0" lang="es-ES_tradnl" sz="1000" b="0" i="0" u="none" strike="noStrike" kern="1200" cap="none" spc="-30" normalizeH="0" baseline="0" noProof="0">
              <a:ln>
                <a:noFill/>
              </a:ln>
              <a:solidFill>
                <a:srgbClr val="091D09"/>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3">
            <a:extLst>
              <a:ext uri="{FF2B5EF4-FFF2-40B4-BE49-F238E27FC236}">
                <a16:creationId xmlns:a16="http://schemas.microsoft.com/office/drawing/2014/main" id="{11652440-1012-ABEB-CA94-ACEB3A8581B4}"/>
              </a:ext>
            </a:extLst>
          </p:cNvPr>
          <p:cNvSpPr txBox="1">
            <a:spLocks/>
          </p:cNvSpPr>
          <p:nvPr/>
        </p:nvSpPr>
        <p:spPr>
          <a:xfrm>
            <a:off x="1766990" y="1492847"/>
            <a:ext cx="1559432" cy="77410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09A44"/>
                </a:solidFill>
                <a:effectLst/>
                <a:uLnTx/>
                <a:uFillTx/>
                <a:latin typeface="Open Sans" panose="020B0606030504020204" pitchFamily="34" charset="0"/>
                <a:ea typeface="Open Sans" panose="020B0606030504020204" pitchFamily="34" charset="0"/>
                <a:cs typeface="Open Sans" panose="020B0606030504020204" pitchFamily="34" charset="0"/>
              </a:rPr>
              <a:t>Senior Manager</a:t>
            </a:r>
            <a:endParaRPr kumimoji="0" lang="en-US" sz="1100" b="0" i="0" u="none" strike="noStrike" kern="1200" cap="none" spc="0" normalizeH="0" baseline="0" noProof="0" dirty="0">
              <a:ln>
                <a:noFill/>
              </a:ln>
              <a:solidFill>
                <a:srgbClr val="009A44"/>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Engineering, IA &amp; data</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3DD3490F-B650-2337-D9CC-7EA7F9D85E50}"/>
              </a:ext>
            </a:extLst>
          </p:cNvPr>
          <p:cNvSpPr txBox="1"/>
          <p:nvPr/>
        </p:nvSpPr>
        <p:spPr>
          <a:xfrm>
            <a:off x="3591825" y="2644732"/>
            <a:ext cx="8201795" cy="2015936"/>
          </a:xfrm>
          <a:prstGeom prst="rect">
            <a:avLst/>
          </a:prstGeom>
          <a:noFill/>
        </p:spPr>
        <p:txBody>
          <a:bodyPr wrap="square">
            <a:spAutoFit/>
          </a:bodyPr>
          <a:lstStyle/>
          <a:p>
            <a:pPr algn="just" fontAlgn="base"/>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Company 1 |  Client | Dates </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Main activities done during the project.</a:t>
            </a:r>
          </a:p>
          <a:p>
            <a:pPr marL="0" marR="0" lvl="0" indent="0" algn="l" defTabSz="1217613" rtl="0" eaLnBrk="0" fontAlgn="base" latinLnBrk="0" hangingPunct="0">
              <a:lnSpc>
                <a:spcPct val="100000"/>
              </a:lnSpc>
              <a:spcBef>
                <a:spcPts val="200"/>
              </a:spcBef>
              <a:spcAft>
                <a:spcPct val="0"/>
              </a:spcAft>
              <a:buClr>
                <a:srgbClr val="009A44"/>
              </a:buClr>
              <a:buSzPct val="140000"/>
              <a:buFontTx/>
              <a:buNone/>
              <a:tabLst/>
              <a:defRPr/>
            </a:pPr>
            <a:endParaRPr kumimoji="0" lang="en-US" sz="10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1217613" rtl="0" eaLnBrk="0" fontAlgn="base" latinLnBrk="0" hangingPunct="0">
              <a:lnSpc>
                <a:spcPct val="100000"/>
              </a:lnSpc>
              <a:spcBef>
                <a:spcPts val="200"/>
              </a:spcBef>
              <a:spcAft>
                <a:spcPct val="0"/>
              </a:spcAft>
              <a:buClr>
                <a:srgbClr val="009A44"/>
              </a:buClr>
              <a:buSzPct val="140000"/>
              <a:buFontTx/>
              <a:buNone/>
              <a:tabLst/>
              <a:defRPr/>
            </a:pPr>
            <a:endParaRPr kumimoji="0" lang="en-US" sz="10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1217613" rtl="0" eaLnBrk="0" fontAlgn="base" latinLnBrk="0" hangingPunct="0">
              <a:lnSpc>
                <a:spcPct val="100000"/>
              </a:lnSpc>
              <a:spcBef>
                <a:spcPts val="200"/>
              </a:spcBef>
              <a:spcAft>
                <a:spcPct val="0"/>
              </a:spcAft>
              <a:buClr>
                <a:srgbClr val="009A44"/>
              </a:buClr>
              <a:buSzPct val="140000"/>
              <a:buFontTx/>
              <a:buNone/>
              <a:tabLst/>
              <a:defRPr/>
            </a:pPr>
            <a:endParaRPr kumimoji="0" lang="en-US" sz="10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1217613" rtl="0" eaLnBrk="0" fontAlgn="base" latinLnBrk="0" hangingPunct="0">
              <a:lnSpc>
                <a:spcPct val="100000"/>
              </a:lnSpc>
              <a:spcBef>
                <a:spcPts val="200"/>
              </a:spcBef>
              <a:spcAft>
                <a:spcPct val="0"/>
              </a:spcAft>
              <a:buClr>
                <a:srgbClr val="009A44"/>
              </a:buClr>
              <a:buSzPct val="140000"/>
              <a:buFontTx/>
              <a:buNone/>
              <a:tabLst/>
              <a:defRPr/>
            </a:pPr>
            <a:endParaRPr kumimoji="0" lang="en-US" sz="10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1217613" rtl="0" eaLnBrk="0" fontAlgn="base" latinLnBrk="0" hangingPunct="0">
              <a:lnSpc>
                <a:spcPct val="100000"/>
              </a:lnSpc>
              <a:spcBef>
                <a:spcPts val="200"/>
              </a:spcBef>
              <a:spcAft>
                <a:spcPct val="0"/>
              </a:spcAft>
              <a:buClr>
                <a:srgbClr val="009A44"/>
              </a:buClr>
              <a:buSzPct val="140000"/>
              <a:buFontTx/>
              <a:buNone/>
              <a:tabLst/>
              <a:defRPr/>
            </a:pPr>
            <a:endParaRPr kumimoji="0" lang="en-US" sz="10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1217613" rtl="0" eaLnBrk="0" fontAlgn="base" latinLnBrk="0" hangingPunct="0">
              <a:lnSpc>
                <a:spcPct val="100000"/>
              </a:lnSpc>
              <a:spcBef>
                <a:spcPts val="200"/>
              </a:spcBef>
              <a:spcAft>
                <a:spcPct val="0"/>
              </a:spcAft>
              <a:buClr>
                <a:srgbClr val="009A44"/>
              </a:buClr>
              <a:buSzPct val="140000"/>
              <a:buFontTx/>
              <a:buNone/>
              <a:tabLst/>
              <a:defRPr/>
            </a:pPr>
            <a:endParaRPr kumimoji="0" lang="en-US" sz="10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1217613" rtl="0" eaLnBrk="0" fontAlgn="base" latinLnBrk="0" hangingPunct="0">
              <a:lnSpc>
                <a:spcPct val="100000"/>
              </a:lnSpc>
              <a:spcBef>
                <a:spcPts val="200"/>
              </a:spcBef>
              <a:spcAft>
                <a:spcPct val="0"/>
              </a:spcAft>
              <a:buClr>
                <a:srgbClr val="009A44"/>
              </a:buClr>
              <a:buSzPct val="140000"/>
              <a:buFontTx/>
              <a:buNone/>
              <a:tabLst/>
              <a:defRPr/>
            </a:pPr>
            <a:endParaRPr kumimoji="0" lang="en-US" sz="10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algn="just" fontAlgn="base"/>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Company 1 |  Client | Dates </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Main activities done during the project.</a:t>
            </a:r>
          </a:p>
        </p:txBody>
      </p:sp>
      <p:sp>
        <p:nvSpPr>
          <p:cNvPr id="10" name="Text Placeholder 20">
            <a:extLst>
              <a:ext uri="{FF2B5EF4-FFF2-40B4-BE49-F238E27FC236}">
                <a16:creationId xmlns:a16="http://schemas.microsoft.com/office/drawing/2014/main" id="{87B903DF-F8C5-7425-00D5-412CCB2A6325}"/>
              </a:ext>
            </a:extLst>
          </p:cNvPr>
          <p:cNvSpPr txBox="1">
            <a:spLocks/>
          </p:cNvSpPr>
          <p:nvPr/>
        </p:nvSpPr>
        <p:spPr>
          <a:xfrm>
            <a:off x="231929" y="3111384"/>
            <a:ext cx="3359896" cy="2864761"/>
          </a:xfrm>
          <a:prstGeom prst="rect">
            <a:avLst/>
          </a:prstGeom>
        </p:spPr>
        <p:txBody>
          <a:bodyPr>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20000"/>
              </a:lnSpc>
              <a:spcBef>
                <a:spcPts val="200"/>
              </a:spcBef>
              <a:spcAft>
                <a:spcPct val="0"/>
              </a:spcAft>
              <a:buClr>
                <a:srgbClr val="009A44"/>
              </a:buClr>
              <a:buSzPct val="140000"/>
              <a:buFont typeface="Arial" panose="020B0604020202020204" pitchFamily="34" charset="0"/>
              <a:buChar char="•"/>
              <a:tabLst/>
              <a:defRPr/>
            </a:pPr>
            <a:r>
              <a:rPr lang="es-MX" altLang="es-MX" sz="3100" dirty="0">
                <a:solidFill>
                  <a:prstClr val="black"/>
                </a:solidFill>
                <a:latin typeface="Open Sans" panose="020B0606030504020204" pitchFamily="34" charset="0"/>
                <a:ea typeface="Open Sans" panose="020B0606030504020204" pitchFamily="34" charset="0"/>
                <a:cs typeface="Open Sans" panose="020B0606030504020204" pitchFamily="34" charset="0"/>
              </a:rPr>
              <a:t>SKILL 1</a:t>
            </a:r>
          </a:p>
          <a:p>
            <a:pPr>
              <a:lnSpc>
                <a:spcPct val="120000"/>
              </a:lnSpc>
              <a:spcBef>
                <a:spcPts val="200"/>
              </a:spcBef>
              <a:spcAft>
                <a:spcPct val="0"/>
              </a:spcAft>
              <a:buClr>
                <a:srgbClr val="009A44"/>
              </a:buClr>
              <a:buSzPct val="140000"/>
              <a:defRPr/>
            </a:pPr>
            <a:r>
              <a:rPr lang="es-MX" altLang="es-MX" sz="3100" dirty="0">
                <a:solidFill>
                  <a:prstClr val="black"/>
                </a:solidFill>
                <a:latin typeface="Open Sans" panose="020B0606030504020204" pitchFamily="34" charset="0"/>
                <a:ea typeface="Open Sans" panose="020B0606030504020204" pitchFamily="34" charset="0"/>
                <a:cs typeface="Open Sans" panose="020B0606030504020204" pitchFamily="34" charset="0"/>
              </a:rPr>
              <a:t>SKILL 2</a:t>
            </a:r>
          </a:p>
          <a:p>
            <a:pPr>
              <a:lnSpc>
                <a:spcPct val="120000"/>
              </a:lnSpc>
              <a:spcBef>
                <a:spcPts val="200"/>
              </a:spcBef>
              <a:spcAft>
                <a:spcPct val="0"/>
              </a:spcAft>
              <a:buClr>
                <a:srgbClr val="009A44"/>
              </a:buClr>
              <a:buSzPct val="140000"/>
              <a:defRPr/>
            </a:pPr>
            <a:r>
              <a:rPr lang="es-MX" altLang="es-MX" sz="3100" dirty="0">
                <a:solidFill>
                  <a:prstClr val="black"/>
                </a:solidFill>
                <a:latin typeface="Open Sans" panose="020B0606030504020204" pitchFamily="34" charset="0"/>
                <a:ea typeface="Open Sans" panose="020B0606030504020204" pitchFamily="34" charset="0"/>
                <a:cs typeface="Open Sans" panose="020B0606030504020204" pitchFamily="34" charset="0"/>
              </a:rPr>
              <a:t>SKILL 3</a:t>
            </a:r>
          </a:p>
          <a:p>
            <a:pPr>
              <a:lnSpc>
                <a:spcPct val="120000"/>
              </a:lnSpc>
              <a:spcBef>
                <a:spcPts val="200"/>
              </a:spcBef>
              <a:spcAft>
                <a:spcPct val="0"/>
              </a:spcAft>
              <a:buClr>
                <a:srgbClr val="009A44"/>
              </a:buClr>
              <a:buSzPct val="140000"/>
              <a:defRPr/>
            </a:pPr>
            <a:r>
              <a:rPr lang="es-MX" altLang="es-MX" sz="3100" dirty="0">
                <a:solidFill>
                  <a:prstClr val="black"/>
                </a:solidFill>
                <a:latin typeface="Open Sans" panose="020B0606030504020204" pitchFamily="34" charset="0"/>
                <a:ea typeface="Open Sans" panose="020B0606030504020204" pitchFamily="34" charset="0"/>
                <a:cs typeface="Open Sans" panose="020B0606030504020204" pitchFamily="34" charset="0"/>
              </a:rPr>
              <a:t>SKILL 4</a:t>
            </a:r>
          </a:p>
          <a:p>
            <a:pPr marL="0" indent="0" fontAlgn="base">
              <a:buNone/>
            </a:pPr>
            <a:r>
              <a:rPr lang="en-US" sz="3200" dirty="0">
                <a:solidFill>
                  <a:srgbClr val="009A44"/>
                </a:solidFill>
                <a:latin typeface="Open Sans" panose="020B0606030504020204" pitchFamily="34" charset="0"/>
                <a:ea typeface="Open Sans" panose="020B0606030504020204" pitchFamily="34" charset="0"/>
                <a:cs typeface="Open Sans" panose="020B0606030504020204" pitchFamily="34" charset="0"/>
              </a:rPr>
              <a:t>​</a:t>
            </a:r>
            <a:r>
              <a:rPr lang="en-US" sz="3200" b="1" dirty="0">
                <a:solidFill>
                  <a:srgbClr val="009A44"/>
                </a:solidFill>
                <a:latin typeface="Open Sans" panose="020B0606030504020204" pitchFamily="34" charset="0"/>
                <a:ea typeface="Open Sans" panose="020B0606030504020204" pitchFamily="34" charset="0"/>
                <a:cs typeface="Open Sans" panose="020B0606030504020204" pitchFamily="34" charset="0"/>
              </a:rPr>
              <a:t> </a:t>
            </a:r>
            <a:r>
              <a:rPr lang="en-US" sz="34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TECHNOLOGIES – TOOLS </a:t>
            </a:r>
            <a:endParaRPr lang="en-US" sz="3400"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buNone/>
            </a:pPr>
            <a:r>
              <a:rPr lang="es-MX" sz="3100" dirty="0" err="1">
                <a:latin typeface="Open Sans" panose="020B0606030504020204" pitchFamily="34" charset="0"/>
                <a:ea typeface="Open Sans" panose="020B0606030504020204" pitchFamily="34" charset="0"/>
                <a:cs typeface="Open Sans" panose="020B0606030504020204" pitchFamily="34" charset="0"/>
              </a:rPr>
              <a:t>PowerBI</a:t>
            </a:r>
            <a:r>
              <a:rPr lang="es-MX" sz="3100" dirty="0">
                <a:latin typeface="Open Sans" panose="020B0606030504020204" pitchFamily="34" charset="0"/>
                <a:ea typeface="Open Sans" panose="020B0606030504020204" pitchFamily="34" charset="0"/>
                <a:cs typeface="Open Sans" panose="020B0606030504020204" pitchFamily="34" charset="0"/>
              </a:rPr>
              <a:t>, Java, </a:t>
            </a:r>
            <a:r>
              <a:rPr lang="es-MX" sz="3100" dirty="0" err="1">
                <a:latin typeface="Open Sans" panose="020B0606030504020204" pitchFamily="34" charset="0"/>
                <a:ea typeface="Open Sans" panose="020B0606030504020204" pitchFamily="34" charset="0"/>
                <a:cs typeface="Open Sans" panose="020B0606030504020204" pitchFamily="34" charset="0"/>
              </a:rPr>
              <a:t>Snowflake</a:t>
            </a:r>
            <a:r>
              <a:rPr lang="es-MX" sz="3100" dirty="0">
                <a:latin typeface="Open Sans" panose="020B0606030504020204" pitchFamily="34" charset="0"/>
                <a:ea typeface="Open Sans" panose="020B0606030504020204" pitchFamily="34" charset="0"/>
                <a:cs typeface="Open Sans" panose="020B0606030504020204" pitchFamily="34" charset="0"/>
              </a:rPr>
              <a:t>…</a:t>
            </a:r>
            <a:endParaRPr kumimoji="0" lang="es-MX" altLang="es-MX"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base"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9A44"/>
                </a:solidFill>
                <a:effectLst/>
                <a:uLnTx/>
                <a:uFillTx/>
                <a:latin typeface="Open Sans" panose="020B0606030504020204" pitchFamily="34" charset="0"/>
                <a:ea typeface="Open Sans" panose="020B0606030504020204" pitchFamily="34" charset="0"/>
                <a:cs typeface="Open Sans" panose="020B0606030504020204" pitchFamily="34" charset="0"/>
              </a:rPr>
              <a:t>​</a:t>
            </a:r>
            <a:r>
              <a:rPr kumimoji="0" lang="en-US" sz="2800" b="1" i="0" u="none" strike="noStrike" kern="1200" cap="none" spc="0" normalizeH="0" baseline="0" noProof="0" dirty="0">
                <a:ln>
                  <a:noFill/>
                </a:ln>
                <a:solidFill>
                  <a:srgbClr val="009A44"/>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3400" b="1" i="0" u="none" strike="noStrike" kern="1200" cap="none" spc="0" normalizeH="0" baseline="0" noProof="0" dirty="0">
                <a:ln>
                  <a:noFill/>
                </a:ln>
                <a:solidFill>
                  <a:srgbClr val="6FC2B4"/>
                </a:solidFill>
                <a:effectLst/>
                <a:uLnTx/>
                <a:uFillTx/>
                <a:latin typeface="Open Sans" panose="020B0606030504020204" pitchFamily="34" charset="0"/>
                <a:ea typeface="Open Sans" panose="020B0606030504020204" pitchFamily="34" charset="0"/>
                <a:cs typeface="Open Sans" panose="020B0606030504020204" pitchFamily="34" charset="0"/>
              </a:rPr>
              <a:t>EDUCATION</a:t>
            </a:r>
            <a:endParaRPr kumimoji="0" lang="en-US" sz="3400" b="0" i="0" u="none" strike="noStrike" kern="1200" cap="none" spc="0" normalizeH="0" baseline="0" noProof="0" dirty="0">
              <a:ln>
                <a:noFill/>
              </a:ln>
              <a:solidFill>
                <a:srgbClr val="6FC2B4"/>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en-US"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XX</a:t>
            </a:r>
            <a:r>
              <a:rPr kumimoji="0" lang="es-MX"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X</a:t>
            </a:r>
          </a:p>
          <a:p>
            <a:pPr marL="0" marR="0" lvl="0" indent="0" algn="l" defTabSz="914400" rtl="0" eaLnBrk="1" fontAlgn="auto" latinLnBrk="0" hangingPunct="1">
              <a:lnSpc>
                <a:spcPct val="120000"/>
              </a:lnSpc>
              <a:spcBef>
                <a:spcPts val="200"/>
              </a:spcBef>
              <a:spcAft>
                <a:spcPct val="0"/>
              </a:spcAft>
              <a:buClr>
                <a:srgbClr val="92D400"/>
              </a:buClr>
              <a:buSzPct val="140000"/>
              <a:buFont typeface="Arial" panose="020B0604020202020204" pitchFamily="34" charset="0"/>
              <a:buNone/>
              <a:tabLst/>
              <a:defRPr/>
            </a:pPr>
            <a:r>
              <a:rPr kumimoji="0" lang="en-US" sz="3400" b="1" i="0" u="none" strike="noStrike" kern="1200" cap="none" spc="0" normalizeH="0" baseline="0" noProof="0" dirty="0">
                <a:ln>
                  <a:noFill/>
                </a:ln>
                <a:solidFill>
                  <a:srgbClr val="6FC2B4"/>
                </a:solidFill>
                <a:effectLst/>
                <a:uLnTx/>
                <a:uFillTx/>
                <a:latin typeface="Open Sans" panose="020B0606030504020204" pitchFamily="34" charset="0"/>
                <a:ea typeface="Open Sans" panose="020B0606030504020204" pitchFamily="34" charset="0"/>
                <a:cs typeface="Open Sans" panose="020B0606030504020204" pitchFamily="34" charset="0"/>
              </a:rPr>
              <a:t>CERTIFICATIONS</a:t>
            </a:r>
          </a:p>
          <a:p>
            <a:pPr marL="228600" marR="0" lvl="0" indent="-228600" algn="l" defTabSz="914400" rtl="0" eaLnBrk="1" fontAlgn="auto" latinLnBrk="0" hangingPunct="1">
              <a:lnSpc>
                <a:spcPct val="120000"/>
              </a:lnSpc>
              <a:spcBef>
                <a:spcPts val="200"/>
              </a:spcBef>
              <a:spcAft>
                <a:spcPct val="0"/>
              </a:spcAft>
              <a:buClr>
                <a:srgbClr val="009A44"/>
              </a:buClr>
              <a:buSzPct val="140000"/>
              <a:buFont typeface="Arial" panose="020B0604020202020204" pitchFamily="34" charset="0"/>
              <a:buChar char="•"/>
              <a:tabLst/>
              <a:defRPr/>
            </a:pPr>
            <a:r>
              <a:rPr kumimoji="0" lang="es-MX"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a:t>
            </a:r>
            <a:endParaRPr kumimoji="0" lang="es-MX" altLang="es-MX"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228600" marR="0" lvl="0" indent="-228600" algn="l" defTabSz="914400" rtl="0" eaLnBrk="1" fontAlgn="auto" latinLnBrk="0" hangingPunct="1">
              <a:lnSpc>
                <a:spcPct val="120000"/>
              </a:lnSpc>
              <a:spcBef>
                <a:spcPts val="200"/>
              </a:spcBef>
              <a:spcAft>
                <a:spcPct val="0"/>
              </a:spcAft>
              <a:buClr>
                <a:srgbClr val="009A44"/>
              </a:buClr>
              <a:buSzPct val="140000"/>
              <a:buFont typeface="Arial" panose="020B0604020202020204" pitchFamily="34" charset="0"/>
              <a:buChar char="•"/>
              <a:tabLst/>
              <a:defRPr/>
            </a:pPr>
            <a:r>
              <a:rPr kumimoji="0" lang="es-MX" altLang="es-MX"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B</a:t>
            </a:r>
          </a:p>
          <a:p>
            <a:pPr marL="228600" marR="0" lvl="0" indent="-228600" algn="l" defTabSz="914400" rtl="0" eaLnBrk="1" fontAlgn="auto" latinLnBrk="0" hangingPunct="1">
              <a:lnSpc>
                <a:spcPct val="120000"/>
              </a:lnSpc>
              <a:spcBef>
                <a:spcPts val="200"/>
              </a:spcBef>
              <a:spcAft>
                <a:spcPct val="0"/>
              </a:spcAft>
              <a:buClr>
                <a:srgbClr val="009A44"/>
              </a:buClr>
              <a:buSzPct val="140000"/>
              <a:buFont typeface="Arial" panose="020B0604020202020204" pitchFamily="34" charset="0"/>
              <a:buChar char="•"/>
              <a:tabLst/>
              <a:defRPr/>
            </a:pPr>
            <a:r>
              <a:rPr kumimoji="0" lang="es-MX"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a:t>
            </a:r>
            <a:endParaRPr kumimoji="0" lang="en-US"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pic>
        <p:nvPicPr>
          <p:cNvPr id="3" name="Imagen 2">
            <a:extLst>
              <a:ext uri="{FF2B5EF4-FFF2-40B4-BE49-F238E27FC236}">
                <a16:creationId xmlns:a16="http://schemas.microsoft.com/office/drawing/2014/main" id="{B72B892D-8CDB-91B3-3E28-D090AD4492D1}"/>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0127417" y="34579"/>
            <a:ext cx="1685026" cy="1333090"/>
          </a:xfrm>
          <a:prstGeom prst="rect">
            <a:avLst/>
          </a:prstGeom>
        </p:spPr>
      </p:pic>
      <p:pic>
        <p:nvPicPr>
          <p:cNvPr id="15" name="Imagen 14">
            <a:extLst>
              <a:ext uri="{FF2B5EF4-FFF2-40B4-BE49-F238E27FC236}">
                <a16:creationId xmlns:a16="http://schemas.microsoft.com/office/drawing/2014/main" id="{D0D7F9CC-B8E2-137A-58CB-C771540376FC}"/>
              </a:ext>
            </a:extLst>
          </p:cNvPr>
          <p:cNvPicPr>
            <a:picLocks noGrp="1" noRot="1" noChangeAspect="1" noMove="1" noResize="1" noEditPoints="1" noAdjustHandles="1" noChangeArrowheads="1" noChangeShapeType="1" noCrop="1"/>
          </p:cNvPicPr>
          <p:nvPr/>
        </p:nvPicPr>
        <p:blipFill>
          <a:blip r:embed="rId2">
            <a:alphaModFix amt="50000"/>
            <a:extLst>
              <a:ext uri="{28A0092B-C50C-407E-A947-70E740481C1C}">
                <a14:useLocalDpi xmlns:a14="http://schemas.microsoft.com/office/drawing/2010/main" val="0"/>
              </a:ext>
            </a:extLst>
          </a:blip>
          <a:srcRect l="35999" t="38353" b="17106"/>
          <a:stretch/>
        </p:blipFill>
        <p:spPr>
          <a:xfrm>
            <a:off x="53853" y="6247694"/>
            <a:ext cx="1108475" cy="610306"/>
          </a:xfrm>
          <a:prstGeom prst="rect">
            <a:avLst/>
          </a:prstGeom>
        </p:spPr>
      </p:pic>
      <p:sp>
        <p:nvSpPr>
          <p:cNvPr id="2" name="Text Placeholder 12">
            <a:extLst>
              <a:ext uri="{FF2B5EF4-FFF2-40B4-BE49-F238E27FC236}">
                <a16:creationId xmlns:a16="http://schemas.microsoft.com/office/drawing/2014/main" id="{614D8BE1-05F4-991C-3EAE-034323E7C0A6}"/>
              </a:ext>
            </a:extLst>
          </p:cNvPr>
          <p:cNvSpPr txBox="1">
            <a:spLocks/>
          </p:cNvSpPr>
          <p:nvPr/>
        </p:nvSpPr>
        <p:spPr>
          <a:xfrm>
            <a:off x="7764649" y="6064846"/>
            <a:ext cx="4017543" cy="505228"/>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000"/>
              </a:spcBef>
              <a:spcAft>
                <a:spcPts val="0"/>
              </a:spcAft>
              <a:buClr>
                <a:srgbClr val="5B9BD5"/>
              </a:buClr>
              <a:buSzPct val="140000"/>
              <a:buFont typeface="Courier New" panose="02070309020205020404" pitchFamily="49" charset="0"/>
              <a:buChar char="o"/>
              <a:tabLst/>
              <a:defRPr/>
            </a:pPr>
            <a:r>
              <a:rPr kumimoji="0" lang="es-MX" altLang="es-MX" sz="1000" b="0" i="0" u="none" strike="noStrike" kern="1200" cap="none" spc="-30" normalizeH="0" baseline="0" noProof="0">
                <a:ln>
                  <a:noFill/>
                </a:ln>
                <a:solidFill>
                  <a:srgbClr val="091D09"/>
                </a:solidFill>
                <a:effectLst/>
                <a:uLnTx/>
                <a:uFillTx/>
                <a:latin typeface="Open Sans" panose="020B0606030504020204" pitchFamily="34" charset="0"/>
                <a:ea typeface="Open Sans" panose="020B0606030504020204" pitchFamily="34" charset="0"/>
                <a:cs typeface="Open Sans" panose="020B0606030504020204" pitchFamily="34" charset="0"/>
              </a:rPr>
              <a:t>C</a:t>
            </a:r>
          </a:p>
          <a:p>
            <a:pPr marL="228600" marR="0" lvl="0" indent="-228600" algn="l" defTabSz="914400" rtl="0" eaLnBrk="1" fontAlgn="auto" latinLnBrk="0" hangingPunct="1">
              <a:lnSpc>
                <a:spcPct val="100000"/>
              </a:lnSpc>
              <a:spcBef>
                <a:spcPts val="1000"/>
              </a:spcBef>
              <a:spcAft>
                <a:spcPts val="0"/>
              </a:spcAft>
              <a:buClr>
                <a:srgbClr val="5B9BD5"/>
              </a:buClr>
              <a:buSzPct val="140000"/>
              <a:buFont typeface="Courier New" panose="02070309020205020404" pitchFamily="49" charset="0"/>
              <a:buChar char="o"/>
              <a:tabLst/>
              <a:defRPr/>
            </a:pPr>
            <a:r>
              <a:rPr kumimoji="0" lang="es-MX" sz="1000" b="0" i="0" u="none" strike="noStrike" kern="1200" cap="none" spc="-30" normalizeH="0" baseline="0" noProof="0">
                <a:ln>
                  <a:noFill/>
                </a:ln>
                <a:solidFill>
                  <a:srgbClr val="091D09"/>
                </a:solidFill>
                <a:effectLst/>
                <a:uLnTx/>
                <a:uFillTx/>
                <a:latin typeface="Open Sans" panose="020B0606030504020204" pitchFamily="34" charset="0"/>
                <a:ea typeface="Open Sans" panose="020B0606030504020204" pitchFamily="34" charset="0"/>
                <a:cs typeface="Open Sans" panose="020B0606030504020204" pitchFamily="34" charset="0"/>
              </a:rPr>
              <a:t>D</a:t>
            </a:r>
            <a:endParaRPr kumimoji="0" lang="es-ES_tradnl" sz="1000" b="0" i="0" u="none" strike="noStrike" kern="1200" cap="none" spc="-30" normalizeH="0" baseline="0" noProof="0">
              <a:ln>
                <a:noFill/>
              </a:ln>
              <a:solidFill>
                <a:srgbClr val="091D09"/>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pic>
        <p:nvPicPr>
          <p:cNvPr id="19" name="Picture 18" descr="Call center with solid fill">
            <a:extLst>
              <a:ext uri="{FF2B5EF4-FFF2-40B4-BE49-F238E27FC236}">
                <a16:creationId xmlns:a16="http://schemas.microsoft.com/office/drawing/2014/main" id="{5200701D-2937-8EA3-18F5-9E4A6A396227}"/>
              </a:ext>
            </a:extLst>
          </p:cNvPr>
          <p:cNvPicPr>
            <a:picLocks noChangeAspect="1"/>
          </p:cNvPicPr>
          <p:nvPr/>
        </p:nvPicPr>
        <p:blipFill>
          <a:blip>
            <a:extLst>
              <a:ext uri="{96DAC541-7B7A-43D3-8B79-37D633B846F1}">
                <asvg:svgBlip xmlns:asvg="http://schemas.microsoft.com/office/drawing/2016/SVG/main" r:embed="rId3"/>
              </a:ext>
            </a:extLst>
          </a:blip>
          <a:srcRect t="44" b="44"/>
          <a:stretch/>
        </p:blipFill>
        <p:spPr>
          <a:xfrm>
            <a:off x="566307" y="1381732"/>
            <a:ext cx="1060648" cy="1059722"/>
          </a:xfrm>
          <a:prstGeom prst="ellipse">
            <a:avLst/>
          </a:prstGeom>
          <a:noFill/>
          <a:ln w="38100">
            <a:solidFill>
              <a:srgbClr val="009A44"/>
            </a:solidFill>
          </a:ln>
        </p:spPr>
      </p:pic>
      <p:sp>
        <p:nvSpPr>
          <p:cNvPr id="9" name="Bocadillo: rectángulo con esquinas redondeadas 5">
            <a:extLst>
              <a:ext uri="{FF2B5EF4-FFF2-40B4-BE49-F238E27FC236}">
                <a16:creationId xmlns:a16="http://schemas.microsoft.com/office/drawing/2014/main" id="{D150E43A-8840-D9BA-10FE-12A18FC8116A}"/>
              </a:ext>
            </a:extLst>
          </p:cNvPr>
          <p:cNvSpPr/>
          <p:nvPr/>
        </p:nvSpPr>
        <p:spPr>
          <a:xfrm>
            <a:off x="8898079" y="189841"/>
            <a:ext cx="2281437" cy="1015064"/>
          </a:xfrm>
          <a:prstGeom prst="wedgeRoundRectCallou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COPIAR ESTAS PLANTILLAS, NO EL CV DE EJEMPLO</a:t>
            </a:r>
          </a:p>
        </p:txBody>
      </p:sp>
    </p:spTree>
    <p:extLst>
      <p:ext uri="{BB962C8B-B14F-4D97-AF65-F5344CB8AC3E}">
        <p14:creationId xmlns:p14="http://schemas.microsoft.com/office/powerpoint/2010/main" val="1756089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sz="2800"/>
              <a:t>Resumen | Nombre y Apellido</a:t>
            </a:r>
            <a:endParaRPr lang="en-US"/>
          </a:p>
        </p:txBody>
      </p:sp>
      <p:sp>
        <p:nvSpPr>
          <p:cNvPr id="4" name="Text Placeholder 3"/>
          <p:cNvSpPr>
            <a:spLocks noGrp="1"/>
          </p:cNvSpPr>
          <p:nvPr>
            <p:ph type="body" sz="quarter" idx="15"/>
          </p:nvPr>
        </p:nvSpPr>
        <p:spPr/>
        <p:txBody>
          <a:bodyPr/>
          <a:lstStyle/>
          <a:p>
            <a:pPr marL="0" marR="0" lvl="0" indent="0" algn="l" defTabSz="914400" rtl="0" eaLnBrk="1" fontAlgn="auto" latinLnBrk="0" hangingPunct="1">
              <a:lnSpc>
                <a:spcPct val="100000"/>
              </a:lnSpc>
              <a:spcBef>
                <a:spcPts val="1000"/>
              </a:spcBef>
              <a:spcAft>
                <a:spcPts val="0"/>
              </a:spcAft>
              <a:buClr>
                <a:srgbClr val="787878"/>
              </a:buClr>
              <a:buSzPct val="75000"/>
              <a:buFont typeface="Arial" panose="020B0604020202020204" pitchFamily="34" charset="0"/>
              <a:buNone/>
              <a:tabLst/>
              <a:defRPr/>
            </a:pPr>
            <a:r>
              <a:rPr kumimoji="0" lang="en-US" sz="900" b="1" i="0" u="none" strike="noStrike" kern="0" cap="all" spc="250" normalizeH="0" baseline="0" noProof="0">
                <a:ln>
                  <a:noFill/>
                </a:ln>
                <a:solidFill>
                  <a:srgbClr val="FFFFFF">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Operation excellence</a:t>
            </a:r>
          </a:p>
        </p:txBody>
      </p:sp>
      <p:pic>
        <p:nvPicPr>
          <p:cNvPr id="3" name="Imagen 2">
            <a:extLst>
              <a:ext uri="{FF2B5EF4-FFF2-40B4-BE49-F238E27FC236}">
                <a16:creationId xmlns:a16="http://schemas.microsoft.com/office/drawing/2014/main" id="{EE677205-C641-9C4A-2CEA-8095D0DBC4AC}"/>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0127417" y="34579"/>
            <a:ext cx="1685026" cy="1333090"/>
          </a:xfrm>
          <a:prstGeom prst="rect">
            <a:avLst/>
          </a:prstGeom>
        </p:spPr>
      </p:pic>
      <p:pic>
        <p:nvPicPr>
          <p:cNvPr id="5" name="Imagen 4">
            <a:extLst>
              <a:ext uri="{FF2B5EF4-FFF2-40B4-BE49-F238E27FC236}">
                <a16:creationId xmlns:a16="http://schemas.microsoft.com/office/drawing/2014/main" id="{5E0F99FC-78A4-31E4-8780-47D9152A3090}"/>
              </a:ext>
            </a:extLst>
          </p:cNvPr>
          <p:cNvPicPr>
            <a:picLocks noGrp="1" noRot="1" noMove="1" noResize="1" noEditPoints="1" noAdjustHandles="1" noChangeArrowheads="1" noChangeShapeType="1" noCrop="1"/>
          </p:cNvPicPr>
          <p:nvPr/>
        </p:nvPicPr>
        <p:blipFill>
          <a:blip r:embed="rId2">
            <a:alphaModFix amt="50000"/>
            <a:extLst>
              <a:ext uri="{28A0092B-C50C-407E-A947-70E740481C1C}">
                <a14:useLocalDpi xmlns:a14="http://schemas.microsoft.com/office/drawing/2010/main" val="0"/>
              </a:ext>
            </a:extLst>
          </a:blip>
          <a:srcRect l="35999" t="38353" b="17106"/>
          <a:stretch/>
        </p:blipFill>
        <p:spPr>
          <a:xfrm>
            <a:off x="53853" y="6247694"/>
            <a:ext cx="1108475" cy="610306"/>
          </a:xfrm>
          <a:prstGeom prst="rect">
            <a:avLst/>
          </a:prstGeom>
        </p:spPr>
      </p:pic>
      <p:sp>
        <p:nvSpPr>
          <p:cNvPr id="7" name="Bocadillo: rectángulo con esquinas redondeadas 6">
            <a:extLst>
              <a:ext uri="{FF2B5EF4-FFF2-40B4-BE49-F238E27FC236}">
                <a16:creationId xmlns:a16="http://schemas.microsoft.com/office/drawing/2014/main" id="{EBF7B86F-0EDC-65DA-43DA-D3AA9E0662E3}"/>
              </a:ext>
            </a:extLst>
          </p:cNvPr>
          <p:cNvSpPr/>
          <p:nvPr/>
        </p:nvSpPr>
        <p:spPr>
          <a:xfrm>
            <a:off x="8826285" y="2797979"/>
            <a:ext cx="2482945" cy="1890257"/>
          </a:xfrm>
          <a:prstGeom prst="wedgeRoundRectCallou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Calibri" panose="020F0502020204030204"/>
                <a:ea typeface="+mn-ea"/>
                <a:cs typeface="+mn-cs"/>
              </a:rPr>
              <a:t>Resumen breve de la experiencia laboral, habilidades clave y educación. Basarse en la plantilla anteriormente creada.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Calibri" panose="020F0502020204030204"/>
                <a:ea typeface="+mn-ea"/>
                <a:cs typeface="+mn-cs"/>
              </a:rPr>
              <a:t>La foto debe ir en blanco y negro.</a:t>
            </a:r>
          </a:p>
        </p:txBody>
      </p:sp>
      <p:pic>
        <p:nvPicPr>
          <p:cNvPr id="8" name="Picture 18" descr="Call center with solid fill">
            <a:extLst>
              <a:ext uri="{FF2B5EF4-FFF2-40B4-BE49-F238E27FC236}">
                <a16:creationId xmlns:a16="http://schemas.microsoft.com/office/drawing/2014/main" id="{59196F18-3A4E-2D62-FA89-C04C7AF1A35A}"/>
              </a:ext>
            </a:extLst>
          </p:cNvPr>
          <p:cNvPicPr>
            <a:picLocks noChangeAspect="1"/>
          </p:cNvPicPr>
          <p:nvPr/>
        </p:nvPicPr>
        <p:blipFill>
          <a:blip>
            <a:extLst>
              <a:ext uri="{96DAC541-7B7A-43D3-8B79-37D633B846F1}">
                <asvg:svgBlip xmlns:asvg="http://schemas.microsoft.com/office/drawing/2016/SVG/main" r:embed="rId3"/>
              </a:ext>
            </a:extLst>
          </a:blip>
          <a:srcRect t="44" b="44"/>
          <a:stretch/>
        </p:blipFill>
        <p:spPr>
          <a:xfrm>
            <a:off x="566307" y="1381732"/>
            <a:ext cx="1377184" cy="1375982"/>
          </a:xfrm>
          <a:prstGeom prst="ellipse">
            <a:avLst/>
          </a:prstGeom>
          <a:noFill/>
          <a:ln w="38100">
            <a:solidFill>
              <a:srgbClr val="009A44"/>
            </a:solidFill>
          </a:ln>
        </p:spPr>
      </p:pic>
      <p:pic>
        <p:nvPicPr>
          <p:cNvPr id="9" name="Picture 18" descr="Call center with solid fill">
            <a:extLst>
              <a:ext uri="{FF2B5EF4-FFF2-40B4-BE49-F238E27FC236}">
                <a16:creationId xmlns:a16="http://schemas.microsoft.com/office/drawing/2014/main" id="{FFEF039F-253A-D1F8-7183-66590B1B0625}"/>
              </a:ext>
            </a:extLst>
          </p:cNvPr>
          <p:cNvPicPr>
            <a:picLocks noChangeAspect="1"/>
          </p:cNvPicPr>
          <p:nvPr/>
        </p:nvPicPr>
        <p:blipFill>
          <a:blip>
            <a:extLst>
              <a:ext uri="{96DAC541-7B7A-43D3-8B79-37D633B846F1}">
                <asvg:svgBlip xmlns:asvg="http://schemas.microsoft.com/office/drawing/2016/SVG/main" r:embed="rId3"/>
              </a:ext>
            </a:extLst>
          </a:blip>
          <a:srcRect t="44" b="44"/>
          <a:stretch/>
        </p:blipFill>
        <p:spPr>
          <a:xfrm>
            <a:off x="4026682" y="1338177"/>
            <a:ext cx="1377183" cy="1375981"/>
          </a:xfrm>
          <a:prstGeom prst="ellipse">
            <a:avLst/>
          </a:prstGeom>
          <a:noFill/>
          <a:ln w="38100">
            <a:solidFill>
              <a:srgbClr val="009A44"/>
            </a:solidFill>
          </a:ln>
        </p:spPr>
      </p:pic>
      <p:graphicFrame>
        <p:nvGraphicFramePr>
          <p:cNvPr id="10" name="Table 9">
            <a:extLst>
              <a:ext uri="{FF2B5EF4-FFF2-40B4-BE49-F238E27FC236}">
                <a16:creationId xmlns:a16="http://schemas.microsoft.com/office/drawing/2014/main" id="{3CB811F5-F5EA-475A-6C39-108AE5DBEDCC}"/>
              </a:ext>
            </a:extLst>
          </p:cNvPr>
          <p:cNvGraphicFramePr>
            <a:graphicFrameLocks noGrp="1"/>
          </p:cNvGraphicFramePr>
          <p:nvPr/>
        </p:nvGraphicFramePr>
        <p:xfrm>
          <a:off x="457200" y="3014810"/>
          <a:ext cx="3397624" cy="1828800"/>
        </p:xfrm>
        <a:graphic>
          <a:graphicData uri="http://schemas.openxmlformats.org/drawingml/2006/table">
            <a:tbl>
              <a:tblPr firstRow="1" bandRow="1">
                <a:tableStyleId>{5C22544A-7EE6-4342-B048-85BDC9FD1C3A}</a:tableStyleId>
              </a:tblPr>
              <a:tblGrid>
                <a:gridCol w="3397624">
                  <a:extLst>
                    <a:ext uri="{9D8B030D-6E8A-4147-A177-3AD203B41FA5}">
                      <a16:colId xmlns:a16="http://schemas.microsoft.com/office/drawing/2014/main" val="315393296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a:ln>
                            <a:noFill/>
                          </a:ln>
                          <a:solidFill>
                            <a:prstClr val="black"/>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Nombre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a:ln>
                            <a:noFill/>
                          </a:ln>
                          <a:solidFill>
                            <a:srgbClr val="009A44"/>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Posición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altLang="es-MX"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altLang="es-MX" sz="1000" b="0" i="0" u="none" strike="noStrike" kern="1200" cap="none" spc="0" normalizeH="0" baseline="0" noProof="0">
                          <a:ln>
                            <a:noFill/>
                          </a:ln>
                          <a:solidFill>
                            <a:prstClr val="black"/>
                          </a:solidFill>
                          <a:effectLst/>
                          <a:uLnTx/>
                          <a:uFillTx/>
                          <a:latin typeface="+mn-lt"/>
                          <a:ea typeface="+mn-ea"/>
                          <a:cs typeface="+mn-cs"/>
                        </a:rPr>
                        <a:t>EJEMPLO: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altLang="es-MX" sz="1000" b="0" i="0" u="none" strike="noStrike" kern="1200" cap="none" spc="0" normalizeH="0" baseline="0" noProof="0">
                          <a:ln>
                            <a:noFill/>
                          </a:ln>
                          <a:solidFill>
                            <a:prstClr val="black"/>
                          </a:solidFill>
                          <a:effectLst/>
                          <a:uLnTx/>
                          <a:uFillTx/>
                          <a:latin typeface="+mn-lt"/>
                          <a:ea typeface="+mn-ea"/>
                          <a:cs typeface="+mn-cs"/>
                        </a:rPr>
                        <a:t>(</a:t>
                      </a:r>
                      <a:r>
                        <a:rPr kumimoji="0" lang="es-MX" altLang="es-MX" sz="1000" b="0" i="0" u="none" strike="noStrike" kern="1200" cap="none" spc="-1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Nombre) es  (cargo)… /  cuenta con (</a:t>
                      </a:r>
                      <a:r>
                        <a:rPr kumimoji="0" lang="es-MX" altLang="es-MX" sz="1000" b="0" i="0" u="none" strike="noStrike" kern="1200" cap="none" spc="-10" normalizeH="0" baseline="0" noProof="0" err="1">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cerficación</a:t>
                      </a:r>
                      <a:r>
                        <a:rPr kumimoji="0" lang="es-MX" altLang="es-MX" sz="1000" b="0" i="0" u="none" strike="noStrike" kern="1200" cap="none" spc="-1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lang="es-MX" sz="1000" b="0">
                          <a:solidFill>
                            <a:srgbClr val="666666">
                              <a:lumMod val="50000"/>
                            </a:srgbClr>
                          </a:solidFill>
                          <a:latin typeface="Open Sans" panose="020B0606030504020204" pitchFamily="34" charset="0"/>
                          <a:ea typeface="Open Sans" panose="020B0606030504020204" pitchFamily="34" charset="0"/>
                          <a:cs typeface="Open Sans" panose="020B0606030504020204" pitchFamily="34" charset="0"/>
                        </a:rPr>
                        <a:t> con (</a:t>
                      </a:r>
                      <a:r>
                        <a:rPr lang="es-MX" sz="1000" b="0" err="1">
                          <a:solidFill>
                            <a:srgbClr val="666666">
                              <a:lumMod val="50000"/>
                            </a:srgbClr>
                          </a:solidFill>
                          <a:latin typeface="Open Sans" panose="020B0606030504020204" pitchFamily="34" charset="0"/>
                          <a:ea typeface="Open Sans" panose="020B0606030504020204" pitchFamily="34" charset="0"/>
                          <a:cs typeface="Open Sans" panose="020B0606030504020204" pitchFamily="34" charset="0"/>
                        </a:rPr>
                        <a:t>xxx</a:t>
                      </a:r>
                      <a:r>
                        <a:rPr lang="es-MX" sz="1000" b="0">
                          <a:solidFill>
                            <a:srgbClr val="666666">
                              <a:lumMod val="50000"/>
                            </a:srgbClr>
                          </a:solidFill>
                          <a:latin typeface="Open Sans" panose="020B0606030504020204" pitchFamily="34" charset="0"/>
                          <a:ea typeface="Open Sans" panose="020B0606030504020204" pitchFamily="34" charset="0"/>
                          <a:cs typeface="Open Sans" panose="020B0606030504020204" pitchFamily="34" charset="0"/>
                        </a:rPr>
                        <a:t>) años de experiencia 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MX" sz="1000" b="0">
                        <a:solidFill>
                          <a:srgbClr val="666666">
                            <a:lumMod val="50000"/>
                          </a:srgbClr>
                        </a:solidFill>
                        <a:latin typeface="Open Sans" panose="020B0606030504020204" pitchFamily="34" charset="0"/>
                        <a:ea typeface="Open Sans" panose="020B0606030504020204" pitchFamily="34" charset="0"/>
                        <a:cs typeface="Open Sans" panose="020B0606030504020204" pitchFamily="34" charset="0"/>
                      </a:endParaRPr>
                    </a:p>
                    <a:p>
                      <a:pPr marL="0" indent="0" eaLnBrk="0" hangingPunct="0">
                        <a:spcBef>
                          <a:spcPts val="0"/>
                        </a:spcBef>
                        <a:spcAft>
                          <a:spcPts val="0"/>
                        </a:spcAft>
                        <a:buFont typeface="Wingdings" pitchFamily="2" charset="2"/>
                        <a:buNone/>
                      </a:pPr>
                      <a:r>
                        <a:rPr kumimoji="0" lang="es-MX" altLang="es-MX" sz="1000" b="0" i="0" u="none" strike="noStrike" kern="1200" cap="none" spc="0" normalizeH="0" baseline="0" noProof="0">
                          <a:ln>
                            <a:noFill/>
                          </a:ln>
                          <a:solidFill>
                            <a:prstClr val="black"/>
                          </a:solidFill>
                          <a:effectLst/>
                          <a:uLnTx/>
                          <a:uFillTx/>
                          <a:latin typeface="+mn-lt"/>
                          <a:ea typeface="+mn-ea"/>
                          <a:cs typeface="+mn-cs"/>
                        </a:rPr>
                        <a:t>(</a:t>
                      </a:r>
                      <a:r>
                        <a:rPr kumimoji="0" lang="es-MX" altLang="es-MX" sz="1000" b="0" i="0" u="none" strike="noStrike" kern="1200" cap="none" spc="-1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Nombre) </a:t>
                      </a:r>
                      <a:r>
                        <a:rPr lang="es-MX" sz="1000" b="0">
                          <a:solidFill>
                            <a:srgbClr val="666666">
                              <a:lumMod val="50000"/>
                            </a:srgbClr>
                          </a:solidFill>
                          <a:latin typeface="Open Sans" panose="020B0606030504020204" pitchFamily="34" charset="0"/>
                          <a:ea typeface="Open Sans" panose="020B0606030504020204" pitchFamily="34" charset="0"/>
                          <a:cs typeface="Open Sans" panose="020B0606030504020204" pitchFamily="34" charset="0"/>
                        </a:rPr>
                        <a:t> ha trabajando con…</a:t>
                      </a:r>
                    </a:p>
                    <a:p>
                      <a:pPr marL="0" indent="0" eaLnBrk="0" hangingPunct="0">
                        <a:spcBef>
                          <a:spcPts val="0"/>
                        </a:spcBef>
                        <a:spcAft>
                          <a:spcPts val="0"/>
                        </a:spcAft>
                        <a:buFont typeface="Wingdings" pitchFamily="2" charset="2"/>
                        <a:buNone/>
                      </a:pPr>
                      <a:endParaRPr lang="es-MX" sz="1000" b="0">
                        <a:solidFill>
                          <a:srgbClr val="666666">
                            <a:lumMod val="50000"/>
                          </a:srgbClr>
                        </a:solidFill>
                        <a:latin typeface="Open Sans" panose="020B0606030504020204" pitchFamily="34" charset="0"/>
                        <a:ea typeface="Open Sans" panose="020B0606030504020204" pitchFamily="34" charset="0"/>
                        <a:cs typeface="Open Sans" panose="020B0606030504020204" pitchFamily="34" charset="0"/>
                      </a:endParaRPr>
                    </a:p>
                    <a:p>
                      <a:pPr marL="0" indent="0" eaLnBrk="0" hangingPunct="0">
                        <a:spcBef>
                          <a:spcPts val="0"/>
                        </a:spcBef>
                        <a:spcAft>
                          <a:spcPts val="0"/>
                        </a:spcAft>
                        <a:buFont typeface="Wingdings" pitchFamily="2" charset="2"/>
                        <a:buNone/>
                      </a:pPr>
                      <a:r>
                        <a:rPr kumimoji="0" lang="es-MX" altLang="es-MX" sz="1000" b="0" i="0" u="none" strike="noStrike" kern="1200" cap="none" spc="0" normalizeH="0" baseline="0" noProof="0">
                          <a:ln>
                            <a:noFill/>
                          </a:ln>
                          <a:solidFill>
                            <a:prstClr val="black"/>
                          </a:solidFill>
                          <a:effectLst/>
                          <a:uLnTx/>
                          <a:uFillTx/>
                          <a:latin typeface="+mn-lt"/>
                          <a:ea typeface="+mn-ea"/>
                          <a:cs typeface="+mn-cs"/>
                        </a:rPr>
                        <a:t>(</a:t>
                      </a:r>
                      <a:r>
                        <a:rPr kumimoji="0" lang="es-MX" altLang="es-MX" sz="1000" b="0" i="0" u="none" strike="noStrike" kern="1200" cap="none" spc="-1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Nombre) </a:t>
                      </a:r>
                      <a:r>
                        <a:rPr lang="es-MX" sz="1000" b="0">
                          <a:solidFill>
                            <a:srgbClr val="666666">
                              <a:lumMod val="50000"/>
                            </a:srgbClr>
                          </a:solidFill>
                          <a:latin typeface="Open Sans" panose="020B0606030504020204" pitchFamily="34" charset="0"/>
                          <a:ea typeface="Open Sans" panose="020B0606030504020204" pitchFamily="34" charset="0"/>
                          <a:cs typeface="Open Sans" panose="020B0606030504020204" pitchFamily="34" charset="0"/>
                        </a:rPr>
                        <a:t> es Ingeniero/ Licenciado  en … -  Universidad...</a:t>
                      </a:r>
                    </a:p>
                  </a:txBody>
                  <a:tcPr marL="144000" marR="14400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65105006"/>
                  </a:ext>
                </a:extLst>
              </a:tr>
            </a:tbl>
          </a:graphicData>
        </a:graphic>
      </p:graphicFrame>
      <p:graphicFrame>
        <p:nvGraphicFramePr>
          <p:cNvPr id="11" name="Table 10">
            <a:extLst>
              <a:ext uri="{FF2B5EF4-FFF2-40B4-BE49-F238E27FC236}">
                <a16:creationId xmlns:a16="http://schemas.microsoft.com/office/drawing/2014/main" id="{07F66CAB-B3EF-C8A8-DC50-1C1D2CD88FDD}"/>
              </a:ext>
            </a:extLst>
          </p:cNvPr>
          <p:cNvGraphicFramePr>
            <a:graphicFrameLocks noGrp="1"/>
          </p:cNvGraphicFramePr>
          <p:nvPr/>
        </p:nvGraphicFramePr>
        <p:xfrm>
          <a:off x="4034118" y="3026444"/>
          <a:ext cx="3702050" cy="982980"/>
        </p:xfrm>
        <a:graphic>
          <a:graphicData uri="http://schemas.openxmlformats.org/drawingml/2006/table">
            <a:tbl>
              <a:tblPr firstRow="1" bandRow="1">
                <a:tableStyleId>{5C22544A-7EE6-4342-B048-85BDC9FD1C3A}</a:tableStyleId>
              </a:tblPr>
              <a:tblGrid>
                <a:gridCol w="3702050">
                  <a:extLst>
                    <a:ext uri="{9D8B030D-6E8A-4147-A177-3AD203B41FA5}">
                      <a16:colId xmlns:a16="http://schemas.microsoft.com/office/drawing/2014/main" val="200776607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err="1">
                          <a:ln>
                            <a:noFill/>
                          </a:ln>
                          <a:solidFill>
                            <a:prstClr val="black"/>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Name</a:t>
                      </a:r>
                      <a:endParaRPr kumimoji="0" lang="es-MX" sz="1200" b="1" i="0" u="none" strike="noStrike" kern="1200" cap="none" spc="0" normalizeH="0" baseline="0" noProof="0">
                        <a:ln>
                          <a:noFill/>
                        </a:ln>
                        <a:solidFill>
                          <a:prstClr val="black"/>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a:ln>
                            <a:noFill/>
                          </a:ln>
                          <a:solidFill>
                            <a:srgbClr val="009A44"/>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Role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000" b="0" i="0" u="none" strike="noStrike" kern="1200" cap="none" spc="0" normalizeH="0" baseline="0" noProof="0">
                        <a:ln>
                          <a:noFill/>
                        </a:ln>
                        <a:solidFill>
                          <a:prstClr val="black"/>
                        </a:solidFill>
                        <a:effectLst/>
                        <a:uLnTx/>
                        <a:uFillTx/>
                        <a:latin typeface="+mn-lt"/>
                        <a:ea typeface="+mn-ea"/>
                        <a:cs typeface="+mn-cs"/>
                      </a:endParaRPr>
                    </a:p>
                    <a:p>
                      <a:pPr marL="0" marR="0" lvl="1" indent="0" algn="l" defTabSz="914400" rtl="0" eaLnBrk="0" fontAlgn="auto" latinLnBrk="0" hangingPunct="0">
                        <a:lnSpc>
                          <a:spcPct val="110000"/>
                        </a:lnSpc>
                        <a:spcBef>
                          <a:spcPts val="0"/>
                        </a:spcBef>
                        <a:spcAft>
                          <a:spcPts val="0"/>
                        </a:spcAft>
                        <a:buClrTx/>
                        <a:buSzPct val="100000"/>
                        <a:buFontTx/>
                        <a:buNone/>
                        <a:tabLst>
                          <a:tab pos="1544187" algn="l"/>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a:spcBef>
                          <a:spcPts val="0"/>
                        </a:spcBef>
                        <a:spcAft>
                          <a:spcPts val="0"/>
                        </a:spcAft>
                      </a:pPr>
                      <a:endParaRPr lang="en-US"/>
                    </a:p>
                  </a:txBody>
                  <a:tcPr marL="144000" marR="14400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65105006"/>
                  </a:ext>
                </a:extLst>
              </a:tr>
            </a:tbl>
          </a:graphicData>
        </a:graphic>
      </p:graphicFrame>
      <p:sp>
        <p:nvSpPr>
          <p:cNvPr id="12" name="Bocadillo: rectángulo con esquinas redondeadas 5">
            <a:extLst>
              <a:ext uri="{FF2B5EF4-FFF2-40B4-BE49-F238E27FC236}">
                <a16:creationId xmlns:a16="http://schemas.microsoft.com/office/drawing/2014/main" id="{47EB6B80-54A6-4101-C33C-7479A47617A4}"/>
              </a:ext>
            </a:extLst>
          </p:cNvPr>
          <p:cNvSpPr/>
          <p:nvPr/>
        </p:nvSpPr>
        <p:spPr>
          <a:xfrm>
            <a:off x="8898079" y="189841"/>
            <a:ext cx="2281437" cy="1015064"/>
          </a:xfrm>
          <a:prstGeom prst="wedgeRoundRectCallou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COPIAR ESTAS PLANTILLAS, NO EL CV DE EJEMPLO</a:t>
            </a:r>
          </a:p>
        </p:txBody>
      </p:sp>
    </p:spTree>
    <p:extLst>
      <p:ext uri="{BB962C8B-B14F-4D97-AF65-F5344CB8AC3E}">
        <p14:creationId xmlns:p14="http://schemas.microsoft.com/office/powerpoint/2010/main" val="3530011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8">
            <a:extLst>
              <a:ext uri="{FF2B5EF4-FFF2-40B4-BE49-F238E27FC236}">
                <a16:creationId xmlns:a16="http://schemas.microsoft.com/office/drawing/2014/main" id="{A8C7387A-E2EF-435B-823C-F440C0B0701A}"/>
              </a:ext>
            </a:extLst>
          </p:cNvPr>
          <p:cNvSpPr/>
          <p:nvPr/>
        </p:nvSpPr>
        <p:spPr>
          <a:xfrm>
            <a:off x="233662" y="2914422"/>
            <a:ext cx="3240647" cy="3703353"/>
          </a:xfrm>
          <a:custGeom>
            <a:avLst/>
            <a:gdLst/>
            <a:ahLst/>
            <a:cxnLst/>
            <a:rect l="l" t="t" r="r" b="b"/>
            <a:pathLst>
              <a:path w="2075814" h="2875915">
                <a:moveTo>
                  <a:pt x="0" y="2875787"/>
                </a:moveTo>
                <a:lnTo>
                  <a:pt x="2075688" y="2875787"/>
                </a:lnTo>
                <a:lnTo>
                  <a:pt x="2075688" y="0"/>
                </a:lnTo>
                <a:lnTo>
                  <a:pt x="0" y="0"/>
                </a:lnTo>
                <a:lnTo>
                  <a:pt x="0" y="2875787"/>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2">
            <a:extLst>
              <a:ext uri="{FF2B5EF4-FFF2-40B4-BE49-F238E27FC236}">
                <a16:creationId xmlns:a16="http://schemas.microsoft.com/office/drawing/2014/main" id="{AA1E075A-F9A3-4072-82AE-DE1C10BDB1B5}"/>
              </a:ext>
            </a:extLst>
          </p:cNvPr>
          <p:cNvSpPr txBox="1"/>
          <p:nvPr/>
        </p:nvSpPr>
        <p:spPr>
          <a:xfrm>
            <a:off x="1162328" y="2809350"/>
            <a:ext cx="1383315" cy="354584"/>
          </a:xfrm>
          <a:prstGeom prst="rect">
            <a:avLst/>
          </a:prstGeom>
          <a:solidFill>
            <a:schemeClr val="bg1"/>
          </a:solidFill>
        </p:spPr>
        <p:txBody>
          <a:bodyPr vert="horz" wrap="square" lIns="0" tIns="15875" rIns="0" bIns="0" rtlCol="0">
            <a:spAutoFit/>
          </a:bodyPr>
          <a:lstStyle/>
          <a:p>
            <a:pPr marL="12700" marR="0" lvl="0" indent="0" algn="ctr" defTabSz="914400" rtl="0" eaLnBrk="1" fontAlgn="auto" latinLnBrk="0" hangingPunct="1">
              <a:lnSpc>
                <a:spcPct val="100000"/>
              </a:lnSpc>
              <a:spcBef>
                <a:spcPts val="125"/>
              </a:spcBef>
              <a:spcAft>
                <a:spcPts val="0"/>
              </a:spcAft>
              <a:buClrTx/>
              <a:buSzTx/>
              <a:buFontTx/>
              <a:buNone/>
              <a:tabLst/>
              <a:defRPr/>
            </a:pPr>
            <a:r>
              <a:rPr lang="en-US" sz="1100" b="1">
                <a:solidFill>
                  <a:srgbClr val="009A44"/>
                </a:solidFill>
                <a:latin typeface="Open Sans"/>
                <a:cs typeface="Arial"/>
              </a:rPr>
              <a:t>HABILIDADES CLAVE</a:t>
            </a:r>
            <a:endParaRPr kumimoji="0" lang="en-US" sz="1100" b="0" i="0" u="none" strike="noStrike" kern="1200" cap="none" spc="0" normalizeH="0" baseline="0" noProof="0">
              <a:ln>
                <a:noFill/>
              </a:ln>
              <a:solidFill>
                <a:srgbClr val="009A44"/>
              </a:solidFill>
              <a:effectLst/>
              <a:uLnTx/>
              <a:uFillTx/>
              <a:latin typeface="Open Sans"/>
              <a:ea typeface="+mn-ea"/>
              <a:cs typeface="Arial"/>
            </a:endParaRPr>
          </a:p>
        </p:txBody>
      </p:sp>
      <p:sp>
        <p:nvSpPr>
          <p:cNvPr id="18" name="object 14">
            <a:extLst>
              <a:ext uri="{FF2B5EF4-FFF2-40B4-BE49-F238E27FC236}">
                <a16:creationId xmlns:a16="http://schemas.microsoft.com/office/drawing/2014/main" id="{FEFC4A02-F6C7-485C-8CCD-0BE7215126C4}"/>
              </a:ext>
            </a:extLst>
          </p:cNvPr>
          <p:cNvSpPr/>
          <p:nvPr/>
        </p:nvSpPr>
        <p:spPr>
          <a:xfrm>
            <a:off x="3606493" y="2504098"/>
            <a:ext cx="8201794" cy="3280473"/>
          </a:xfrm>
          <a:custGeom>
            <a:avLst/>
            <a:gdLst/>
            <a:ahLst/>
            <a:cxnLst/>
            <a:rect l="l" t="t" r="r" b="b"/>
            <a:pathLst>
              <a:path w="6259195" h="3949065">
                <a:moveTo>
                  <a:pt x="0" y="3948684"/>
                </a:moveTo>
                <a:lnTo>
                  <a:pt x="6259067" y="3948684"/>
                </a:lnTo>
                <a:lnTo>
                  <a:pt x="6259067" y="0"/>
                </a:lnTo>
                <a:lnTo>
                  <a:pt x="0" y="0"/>
                </a:lnTo>
                <a:lnTo>
                  <a:pt x="0" y="3948684"/>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object 3">
            <a:extLst>
              <a:ext uri="{FF2B5EF4-FFF2-40B4-BE49-F238E27FC236}">
                <a16:creationId xmlns:a16="http://schemas.microsoft.com/office/drawing/2014/main" id="{626912DD-6D1F-442C-8777-694BD5BD74B4}"/>
              </a:ext>
            </a:extLst>
          </p:cNvPr>
          <p:cNvSpPr/>
          <p:nvPr/>
        </p:nvSpPr>
        <p:spPr>
          <a:xfrm>
            <a:off x="3608933" y="5924209"/>
            <a:ext cx="8201794" cy="680120"/>
          </a:xfrm>
          <a:custGeom>
            <a:avLst/>
            <a:gdLst/>
            <a:ahLst/>
            <a:cxnLst/>
            <a:rect l="l" t="t" r="r" b="b"/>
            <a:pathLst>
              <a:path w="6250305" h="1146175">
                <a:moveTo>
                  <a:pt x="0" y="1146048"/>
                </a:moveTo>
                <a:lnTo>
                  <a:pt x="6249923" y="1146048"/>
                </a:lnTo>
                <a:lnTo>
                  <a:pt x="6249923" y="0"/>
                </a:lnTo>
                <a:lnTo>
                  <a:pt x="0" y="0"/>
                </a:lnTo>
                <a:lnTo>
                  <a:pt x="0" y="1146048"/>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2" name="Group 21">
            <a:extLst>
              <a:ext uri="{FF2B5EF4-FFF2-40B4-BE49-F238E27FC236}">
                <a16:creationId xmlns:a16="http://schemas.microsoft.com/office/drawing/2014/main" id="{1F0534A6-3032-4CB6-89C6-D404B62CA9E6}"/>
              </a:ext>
            </a:extLst>
          </p:cNvPr>
          <p:cNvGrpSpPr/>
          <p:nvPr/>
        </p:nvGrpSpPr>
        <p:grpSpPr>
          <a:xfrm>
            <a:off x="3606493" y="1273351"/>
            <a:ext cx="8201794" cy="1046670"/>
            <a:chOff x="3606493" y="1417853"/>
            <a:chExt cx="8201794" cy="1261810"/>
          </a:xfrm>
        </p:grpSpPr>
        <p:sp>
          <p:nvSpPr>
            <p:cNvPr id="8" name="object 3">
              <a:extLst>
                <a:ext uri="{FF2B5EF4-FFF2-40B4-BE49-F238E27FC236}">
                  <a16:creationId xmlns:a16="http://schemas.microsoft.com/office/drawing/2014/main" id="{5FFF6245-1614-4E1D-B56E-2564BB53684D}"/>
                </a:ext>
              </a:extLst>
            </p:cNvPr>
            <p:cNvSpPr/>
            <p:nvPr/>
          </p:nvSpPr>
          <p:spPr>
            <a:xfrm>
              <a:off x="3606493" y="1533488"/>
              <a:ext cx="8201794" cy="1146175"/>
            </a:xfrm>
            <a:custGeom>
              <a:avLst/>
              <a:gdLst/>
              <a:ahLst/>
              <a:cxnLst/>
              <a:rect l="l" t="t" r="r" b="b"/>
              <a:pathLst>
                <a:path w="6250305" h="1146175">
                  <a:moveTo>
                    <a:pt x="0" y="1146048"/>
                  </a:moveTo>
                  <a:lnTo>
                    <a:pt x="6249923" y="1146048"/>
                  </a:lnTo>
                  <a:lnTo>
                    <a:pt x="6249923" y="0"/>
                  </a:lnTo>
                  <a:lnTo>
                    <a:pt x="0" y="0"/>
                  </a:lnTo>
                  <a:lnTo>
                    <a:pt x="0" y="1146048"/>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1" name="Group 20">
              <a:extLst>
                <a:ext uri="{FF2B5EF4-FFF2-40B4-BE49-F238E27FC236}">
                  <a16:creationId xmlns:a16="http://schemas.microsoft.com/office/drawing/2014/main" id="{C20522FB-2349-463F-8014-1BCF0F9FCA3B}"/>
                </a:ext>
              </a:extLst>
            </p:cNvPr>
            <p:cNvGrpSpPr/>
            <p:nvPr/>
          </p:nvGrpSpPr>
          <p:grpSpPr>
            <a:xfrm>
              <a:off x="3606493" y="1417853"/>
              <a:ext cx="2111295" cy="235666"/>
              <a:chOff x="3606493" y="1417853"/>
              <a:chExt cx="2111295" cy="235666"/>
            </a:xfrm>
          </p:grpSpPr>
          <p:sp>
            <p:nvSpPr>
              <p:cNvPr id="14" name="Rectangle 13">
                <a:extLst>
                  <a:ext uri="{FF2B5EF4-FFF2-40B4-BE49-F238E27FC236}">
                    <a16:creationId xmlns:a16="http://schemas.microsoft.com/office/drawing/2014/main" id="{8CCA3CCA-2A0F-4DDA-B469-BD46A09A72DA}"/>
                  </a:ext>
                </a:extLst>
              </p:cNvPr>
              <p:cNvSpPr/>
              <p:nvPr/>
            </p:nvSpPr>
            <p:spPr>
              <a:xfrm>
                <a:off x="3606493" y="1417853"/>
                <a:ext cx="1828800" cy="2356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38" name="object 12">
                <a:extLst>
                  <a:ext uri="{FF2B5EF4-FFF2-40B4-BE49-F238E27FC236}">
                    <a16:creationId xmlns:a16="http://schemas.microsoft.com/office/drawing/2014/main" id="{8FE1CF09-4265-478B-B1B1-D14D68E004D1}"/>
                  </a:ext>
                </a:extLst>
              </p:cNvPr>
              <p:cNvSpPr txBox="1"/>
              <p:nvPr/>
            </p:nvSpPr>
            <p:spPr>
              <a:xfrm>
                <a:off x="3654118" y="1420062"/>
                <a:ext cx="2063670" cy="189288"/>
              </a:xfrm>
              <a:prstGeom prst="rect">
                <a:avLst/>
              </a:prstGeom>
              <a:solidFill>
                <a:schemeClr val="bg1"/>
              </a:solidFill>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kumimoji="0" lang="en-US" sz="1200" b="1" i="0" u="none" strike="noStrike" kern="1200" cap="none" spc="0" normalizeH="0" baseline="0" noProof="0">
                    <a:ln>
                      <a:noFill/>
                    </a:ln>
                    <a:solidFill>
                      <a:srgbClr val="009A44"/>
                    </a:solidFill>
                    <a:effectLst/>
                    <a:uLnTx/>
                    <a:uFillTx/>
                    <a:latin typeface="Open Sans"/>
                    <a:ea typeface="+mn-ea"/>
                    <a:cs typeface="Arial"/>
                  </a:rPr>
                  <a:t>RESUMEN EJECUTIVO</a:t>
                </a:r>
                <a:endParaRPr kumimoji="0" lang="en-US" sz="1200" b="0" i="0" u="none" strike="noStrike" kern="1200" cap="none" spc="0" normalizeH="0" baseline="0" noProof="0">
                  <a:ln>
                    <a:noFill/>
                  </a:ln>
                  <a:solidFill>
                    <a:srgbClr val="009A44"/>
                  </a:solidFill>
                  <a:effectLst/>
                  <a:uLnTx/>
                  <a:uFillTx/>
                  <a:latin typeface="Open Sans"/>
                  <a:ea typeface="+mn-ea"/>
                  <a:cs typeface="Arial"/>
                </a:endParaRPr>
              </a:p>
            </p:txBody>
          </p:sp>
        </p:grpSp>
      </p:grpSp>
      <p:sp>
        <p:nvSpPr>
          <p:cNvPr id="23" name="Rectangle 22">
            <a:extLst>
              <a:ext uri="{FF2B5EF4-FFF2-40B4-BE49-F238E27FC236}">
                <a16:creationId xmlns:a16="http://schemas.microsoft.com/office/drawing/2014/main" id="{72DAEAF3-6101-4EDB-A4FD-54D9B66B32B3}"/>
              </a:ext>
            </a:extLst>
          </p:cNvPr>
          <p:cNvSpPr/>
          <p:nvPr/>
        </p:nvSpPr>
        <p:spPr>
          <a:xfrm>
            <a:off x="3606493" y="2706724"/>
            <a:ext cx="1828800" cy="2830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41" name="object 12">
            <a:extLst>
              <a:ext uri="{FF2B5EF4-FFF2-40B4-BE49-F238E27FC236}">
                <a16:creationId xmlns:a16="http://schemas.microsoft.com/office/drawing/2014/main" id="{A3F533DB-F8E4-46ED-8A7D-6C106087D81B}"/>
              </a:ext>
            </a:extLst>
          </p:cNvPr>
          <p:cNvSpPr txBox="1"/>
          <p:nvPr/>
        </p:nvSpPr>
        <p:spPr>
          <a:xfrm>
            <a:off x="3666083" y="2408135"/>
            <a:ext cx="1916111" cy="200696"/>
          </a:xfrm>
          <a:prstGeom prst="rect">
            <a:avLst/>
          </a:prstGeom>
          <a:solidFill>
            <a:schemeClr val="bg1"/>
          </a:solidFill>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lang="en-US" sz="1200" b="1">
                <a:solidFill>
                  <a:srgbClr val="009A44"/>
                </a:solidFill>
                <a:latin typeface="Open Sans"/>
                <a:cs typeface="Arial"/>
              </a:rPr>
              <a:t>EXPERIENCIA LABORAL</a:t>
            </a:r>
            <a:endParaRPr kumimoji="0" lang="en-US" sz="1200" b="0" i="0" u="none" strike="noStrike" kern="1200" cap="none" spc="0" normalizeH="0" baseline="0" noProof="0">
              <a:ln>
                <a:noFill/>
              </a:ln>
              <a:solidFill>
                <a:srgbClr val="009A44"/>
              </a:solidFill>
              <a:effectLst/>
              <a:uLnTx/>
              <a:uFillTx/>
              <a:latin typeface="Open Sans"/>
              <a:ea typeface="+mn-ea"/>
              <a:cs typeface="Arial"/>
            </a:endParaRPr>
          </a:p>
        </p:txBody>
      </p:sp>
      <p:sp>
        <p:nvSpPr>
          <p:cNvPr id="28" name="Rectangle 27">
            <a:extLst>
              <a:ext uri="{FF2B5EF4-FFF2-40B4-BE49-F238E27FC236}">
                <a16:creationId xmlns:a16="http://schemas.microsoft.com/office/drawing/2014/main" id="{FD058013-26A9-4C4C-BAF6-E902D9BFC0F0}"/>
              </a:ext>
            </a:extLst>
          </p:cNvPr>
          <p:cNvSpPr/>
          <p:nvPr/>
        </p:nvSpPr>
        <p:spPr>
          <a:xfrm>
            <a:off x="3609245" y="5695609"/>
            <a:ext cx="18288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27" name="object 12">
            <a:extLst>
              <a:ext uri="{FF2B5EF4-FFF2-40B4-BE49-F238E27FC236}">
                <a16:creationId xmlns:a16="http://schemas.microsoft.com/office/drawing/2014/main" id="{698355FF-281D-43E6-ABF2-C9762F422AFA}"/>
              </a:ext>
            </a:extLst>
          </p:cNvPr>
          <p:cNvSpPr txBox="1"/>
          <p:nvPr/>
        </p:nvSpPr>
        <p:spPr>
          <a:xfrm>
            <a:off x="3654118" y="5925625"/>
            <a:ext cx="1916111" cy="200696"/>
          </a:xfrm>
          <a:prstGeom prst="rect">
            <a:avLst/>
          </a:prstGeom>
          <a:solidFill>
            <a:schemeClr val="bg1"/>
          </a:solidFill>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kumimoji="0" lang="en-US" sz="1200" b="1" i="0" u="none" strike="noStrike" kern="1200" cap="none" spc="0" normalizeH="0" baseline="0" noProof="0" dirty="0">
                <a:ln>
                  <a:noFill/>
                </a:ln>
                <a:solidFill>
                  <a:srgbClr val="009A44"/>
                </a:solidFill>
                <a:effectLst/>
                <a:uLnTx/>
                <a:uFillTx/>
                <a:latin typeface="Open Sans"/>
                <a:ea typeface="+mn-ea"/>
                <a:cs typeface="Arial"/>
              </a:rPr>
              <a:t>INDUSTRIAS</a:t>
            </a:r>
          </a:p>
        </p:txBody>
      </p:sp>
      <p:sp>
        <p:nvSpPr>
          <p:cNvPr id="63" name="Title 1">
            <a:extLst>
              <a:ext uri="{FF2B5EF4-FFF2-40B4-BE49-F238E27FC236}">
                <a16:creationId xmlns:a16="http://schemas.microsoft.com/office/drawing/2014/main" id="{EE83CC4A-18A1-4541-B584-566F532BF005}"/>
              </a:ext>
            </a:extLst>
          </p:cNvPr>
          <p:cNvSpPr>
            <a:spLocks noGrp="1"/>
          </p:cNvSpPr>
          <p:nvPr>
            <p:ph type="title"/>
          </p:nvPr>
        </p:nvSpPr>
        <p:spPr>
          <a:xfrm>
            <a:off x="457200" y="639832"/>
            <a:ext cx="11106150" cy="479076"/>
          </a:xfrm>
        </p:spPr>
        <p:txBody>
          <a:bodyPr vert="horz" lIns="0" tIns="45720" rIns="0" bIns="0" rtlCol="0" anchor="b" anchorCtr="0">
            <a:noAutofit/>
          </a:bodyPr>
          <a:lstStyle/>
          <a:p>
            <a:br>
              <a:rPr lang="es-MX" dirty="0"/>
            </a:br>
            <a:br>
              <a:rPr lang="es-MX" dirty="0"/>
            </a:br>
            <a:br>
              <a:rPr lang="en-US" dirty="0"/>
            </a:br>
            <a:r>
              <a:rPr lang="es-MX" sz="2800" dirty="0">
                <a:latin typeface="Open Sans" panose="020B0606030504020204" pitchFamily="34" charset="0"/>
                <a:ea typeface="Open Sans" panose="020B0606030504020204" pitchFamily="34" charset="0"/>
                <a:cs typeface="Open Sans" panose="020B0606030504020204" pitchFamily="34" charset="0"/>
              </a:rPr>
              <a:t>Oscar Pérez Araya</a:t>
            </a:r>
            <a:endParaRPr lang="en-US" sz="3600" spc="-40" dirty="0">
              <a:latin typeface="Open Sans" panose="020B0606030504020204" pitchFamily="34" charset="0"/>
              <a:ea typeface="Open Sans" panose="020B0606030504020204" pitchFamily="34" charset="0"/>
              <a:cs typeface="Open Sans" panose="020B0606030504020204" pitchFamily="34" charset="0"/>
            </a:endParaRPr>
          </a:p>
        </p:txBody>
      </p:sp>
      <p:sp>
        <p:nvSpPr>
          <p:cNvPr id="65" name="Text Placeholder 6">
            <a:extLst>
              <a:ext uri="{FF2B5EF4-FFF2-40B4-BE49-F238E27FC236}">
                <a16:creationId xmlns:a16="http://schemas.microsoft.com/office/drawing/2014/main" id="{705A2186-6298-4ED9-B7CB-35D5F197346D}"/>
              </a:ext>
            </a:extLst>
          </p:cNvPr>
          <p:cNvSpPr txBox="1">
            <a:spLocks/>
          </p:cNvSpPr>
          <p:nvPr/>
        </p:nvSpPr>
        <p:spPr>
          <a:xfrm>
            <a:off x="457200" y="434413"/>
            <a:ext cx="8156448" cy="203200"/>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Clr>
                <a:schemeClr val="accent5"/>
              </a:buClr>
              <a:buSzPct val="75000"/>
              <a:buFont typeface="Arial" panose="020B0604020202020204" pitchFamily="34" charset="0"/>
              <a:buNone/>
              <a:defRPr lang="en-US" sz="900" b="1" kern="0" cap="all" spc="250" baseline="0" dirty="0">
                <a:solidFill>
                  <a:schemeClr val="bg1">
                    <a:lumMod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
                <a:srgbClr val="787878"/>
              </a:buClr>
              <a:buSzPct val="75000"/>
              <a:buFont typeface="Arial" panose="020B0604020202020204" pitchFamily="34" charset="0"/>
              <a:buNone/>
              <a:tabLst/>
              <a:defRPr/>
            </a:pPr>
            <a:r>
              <a:rPr kumimoji="0" lang="en-US" sz="900" b="1" i="0" u="none" strike="noStrike" kern="0" cap="all" spc="250" normalizeH="0" baseline="0" noProof="0">
                <a:ln>
                  <a:noFill/>
                </a:ln>
                <a:solidFill>
                  <a:srgbClr val="FFFFFF">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Operation excellence</a:t>
            </a:r>
          </a:p>
        </p:txBody>
      </p:sp>
      <p:sp>
        <p:nvSpPr>
          <p:cNvPr id="70" name="object 9">
            <a:extLst>
              <a:ext uri="{FF2B5EF4-FFF2-40B4-BE49-F238E27FC236}">
                <a16:creationId xmlns:a16="http://schemas.microsoft.com/office/drawing/2014/main" id="{BF1CAC68-0F79-4D7D-8A92-2A2F894A4470}"/>
              </a:ext>
            </a:extLst>
          </p:cNvPr>
          <p:cNvSpPr txBox="1"/>
          <p:nvPr/>
        </p:nvSpPr>
        <p:spPr>
          <a:xfrm>
            <a:off x="319247" y="5583575"/>
            <a:ext cx="3044483" cy="515526"/>
          </a:xfrm>
          <a:prstGeom prst="rect">
            <a:avLst/>
          </a:prstGeom>
        </p:spPr>
        <p:txBody>
          <a:bodyPr vert="horz" wrap="square" lIns="0" tIns="12700" rIns="0" bIns="0" rtlCol="0">
            <a:spAutoFit/>
          </a:bodyPr>
          <a:lstStyle/>
          <a:p>
            <a:pPr marL="12065" marR="0" lvl="0" indent="0" algn="l" defTabSz="914400" rtl="0" eaLnBrk="1" fontAlgn="auto" latinLnBrk="0" hangingPunct="1">
              <a:lnSpc>
                <a:spcPct val="100000"/>
              </a:lnSpc>
              <a:spcBef>
                <a:spcPts val="100"/>
              </a:spcBef>
              <a:spcAft>
                <a:spcPts val="0"/>
              </a:spcAft>
              <a:buClrTx/>
              <a:buSzTx/>
              <a:buFontTx/>
              <a:buNone/>
              <a:tabLst>
                <a:tab pos="184785" algn="l"/>
                <a:tab pos="185420" algn="l"/>
              </a:tabLst>
              <a:defRPr/>
            </a:pPr>
            <a:r>
              <a:rPr lang="en-US" sz="11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IDIOMAS</a:t>
            </a:r>
            <a:endParaRPr kumimoji="0" lang="en-US" sz="1100" b="1" i="0" u="none" strike="noStrike" kern="1200" cap="none" spc="0" normalizeH="0" baseline="0" noProof="0" dirty="0">
              <a:ln>
                <a:noFill/>
              </a:ln>
              <a:solidFill>
                <a:srgbClr val="6FC2B4"/>
              </a:solidFill>
              <a:uLnTx/>
              <a:uFillTx/>
              <a:latin typeface="Open Sans" panose="020B0606030504020204" pitchFamily="34" charset="0"/>
              <a:ea typeface="Open Sans" panose="020B0606030504020204" pitchFamily="34" charset="0"/>
              <a:cs typeface="Open Sans" panose="020B0606030504020204" pitchFamily="34" charset="0"/>
            </a:endParaRPr>
          </a:p>
          <a:p>
            <a:pPr marL="183515" marR="0" lvl="0" indent="-171450" algn="l" defTabSz="914400" rtl="0" eaLnBrk="1" fontAlgn="auto" latinLnBrk="0" hangingPunct="1">
              <a:lnSpc>
                <a:spcPct val="100000"/>
              </a:lnSpc>
              <a:spcBef>
                <a:spcPts val="100"/>
              </a:spcBef>
              <a:spcAft>
                <a:spcPts val="0"/>
              </a:spcAft>
              <a:buClr>
                <a:srgbClr val="009A44"/>
              </a:buClr>
              <a:buSzPct val="140000"/>
              <a:buFont typeface="Arial" panose="020B0604020202020204" pitchFamily="34" charset="0"/>
              <a:buChar char="•"/>
              <a:tabLst>
                <a:tab pos="184785" algn="l"/>
                <a:tab pos="185420" algn="l"/>
              </a:tabLst>
              <a:defRPr/>
            </a:pPr>
            <a:r>
              <a:rPr lang="en-US" sz="1000" dirty="0">
                <a:latin typeface="Open Sans" panose="020B0606030504020204" pitchFamily="34" charset="0"/>
                <a:ea typeface="Open Sans" panose="020B0606030504020204" pitchFamily="34" charset="0"/>
                <a:cs typeface="Open Sans" panose="020B0606030504020204" pitchFamily="34" charset="0"/>
              </a:rPr>
              <a:t>Inglés – Avanzado</a:t>
            </a:r>
          </a:p>
          <a:p>
            <a:pPr marL="183515" marR="0" lvl="0" indent="-171450" algn="l" defTabSz="914400" rtl="0" eaLnBrk="1" fontAlgn="auto" latinLnBrk="0" hangingPunct="1">
              <a:lnSpc>
                <a:spcPct val="100000"/>
              </a:lnSpc>
              <a:spcBef>
                <a:spcPts val="100"/>
              </a:spcBef>
              <a:spcAft>
                <a:spcPts val="0"/>
              </a:spcAft>
              <a:buClr>
                <a:srgbClr val="009A44"/>
              </a:buClr>
              <a:buSzPct val="140000"/>
              <a:buFont typeface="Arial" panose="020B0604020202020204" pitchFamily="34" charset="0"/>
              <a:buChar char="•"/>
              <a:tabLst>
                <a:tab pos="184785" algn="l"/>
                <a:tab pos="185420" algn="l"/>
              </a:tabLst>
              <a:defRPr/>
            </a:pPr>
            <a:r>
              <a:rPr lang="en-US" sz="1000" dirty="0">
                <a:latin typeface="Open Sans" panose="020B0606030504020204" pitchFamily="34" charset="0"/>
                <a:ea typeface="Open Sans" panose="020B0606030504020204" pitchFamily="34" charset="0"/>
                <a:cs typeface="Open Sans" panose="020B0606030504020204" pitchFamily="34" charset="0"/>
              </a:rPr>
              <a:t>Español - Nativo</a:t>
            </a:r>
          </a:p>
        </p:txBody>
      </p:sp>
      <p:sp>
        <p:nvSpPr>
          <p:cNvPr id="73" name="TextBox 72">
            <a:extLst>
              <a:ext uri="{FF2B5EF4-FFF2-40B4-BE49-F238E27FC236}">
                <a16:creationId xmlns:a16="http://schemas.microsoft.com/office/drawing/2014/main" id="{E2F105EE-6961-4448-A99A-801AAF455100}"/>
              </a:ext>
            </a:extLst>
          </p:cNvPr>
          <p:cNvSpPr txBox="1"/>
          <p:nvPr/>
        </p:nvSpPr>
        <p:spPr>
          <a:xfrm>
            <a:off x="3602337" y="1472670"/>
            <a:ext cx="8201795" cy="861774"/>
          </a:xfrm>
          <a:prstGeom prst="rect">
            <a:avLst/>
          </a:prstGeom>
          <a:noFill/>
        </p:spPr>
        <p:txBody>
          <a:bodyPr wrap="square">
            <a:spAutoFit/>
          </a:bodyPr>
          <a:lstStyle/>
          <a:p>
            <a:r>
              <a:rPr lang="es-ES" altLang="es-419" sz="1000" dirty="0">
                <a:latin typeface="Open Sans" panose="020B0606030504020204" pitchFamily="34" charset="0"/>
                <a:ea typeface="Open Sans" panose="020B0606030504020204" pitchFamily="34" charset="0"/>
                <a:cs typeface="Open Sans" panose="020B0606030504020204" pitchFamily="34" charset="0"/>
              </a:rPr>
              <a:t>Oscar Pérez es </a:t>
            </a:r>
            <a:r>
              <a:rPr lang="es-ES" altLang="es-419" sz="1000" dirty="0" err="1">
                <a:latin typeface="Open Sans" panose="020B0606030504020204" pitchFamily="34" charset="0"/>
                <a:ea typeface="Open Sans" panose="020B0606030504020204" pitchFamily="34" charset="0"/>
                <a:cs typeface="Open Sans" panose="020B0606030504020204" pitchFamily="34" charset="0"/>
              </a:rPr>
              <a:t>Practice</a:t>
            </a:r>
            <a:r>
              <a:rPr lang="es-ES" altLang="es-419" sz="1000" dirty="0">
                <a:latin typeface="Open Sans" panose="020B0606030504020204" pitchFamily="34" charset="0"/>
                <a:ea typeface="Open Sans" panose="020B0606030504020204" pitchFamily="34" charset="0"/>
                <a:cs typeface="Open Sans" panose="020B0606030504020204" pitchFamily="34" charset="0"/>
              </a:rPr>
              <a:t> Manager en </a:t>
            </a:r>
            <a:r>
              <a:rPr lang="es-ES" altLang="es-419" sz="1000" dirty="0" err="1">
                <a:latin typeface="Open Sans" panose="020B0606030504020204" pitchFamily="34" charset="0"/>
                <a:ea typeface="Open Sans" panose="020B0606030504020204" pitchFamily="34" charset="0"/>
                <a:cs typeface="Open Sans" panose="020B0606030504020204" pitchFamily="34" charset="0"/>
              </a:rPr>
              <a:t>Engineering</a:t>
            </a:r>
            <a:r>
              <a:rPr lang="es-ES" altLang="es-419" sz="1000" dirty="0">
                <a:latin typeface="Open Sans" panose="020B0606030504020204" pitchFamily="34" charset="0"/>
                <a:ea typeface="Open Sans" panose="020B0606030504020204" pitchFamily="34" charset="0"/>
                <a:cs typeface="Open Sans" panose="020B0606030504020204" pitchFamily="34" charset="0"/>
              </a:rPr>
              <a:t> AI &amp; Data dentro de </a:t>
            </a:r>
            <a:r>
              <a:rPr lang="es-ES" altLang="es-419" sz="1000" dirty="0" err="1">
                <a:latin typeface="Open Sans" panose="020B0606030504020204" pitchFamily="34" charset="0"/>
                <a:ea typeface="Open Sans" panose="020B0606030504020204" pitchFamily="34" charset="0"/>
                <a:cs typeface="Open Sans" panose="020B0606030504020204" pitchFamily="34" charset="0"/>
              </a:rPr>
              <a:t>Advisory</a:t>
            </a:r>
            <a:r>
              <a:rPr lang="es-ES" altLang="es-419" sz="1000" dirty="0">
                <a:latin typeface="Open Sans" panose="020B0606030504020204" pitchFamily="34" charset="0"/>
                <a:ea typeface="Open Sans" panose="020B0606030504020204" pitchFamily="34" charset="0"/>
                <a:cs typeface="Open Sans" panose="020B0606030504020204" pitchFamily="34" charset="0"/>
              </a:rPr>
              <a:t> and </a:t>
            </a:r>
            <a:r>
              <a:rPr lang="es-ES" altLang="es-419" sz="1000" dirty="0" err="1">
                <a:latin typeface="Open Sans" panose="020B0606030504020204" pitchFamily="34" charset="0"/>
                <a:ea typeface="Open Sans" panose="020B0606030504020204" pitchFamily="34" charset="0"/>
                <a:cs typeface="Open Sans" panose="020B0606030504020204" pitchFamily="34" charset="0"/>
              </a:rPr>
              <a:t>Consulting</a:t>
            </a:r>
            <a:r>
              <a:rPr lang="es-ES" altLang="es-419" sz="1000" dirty="0">
                <a:latin typeface="Open Sans" panose="020B0606030504020204" pitchFamily="34" charset="0"/>
                <a:ea typeface="Open Sans" panose="020B0606030504020204" pitchFamily="34" charset="0"/>
                <a:cs typeface="Open Sans" panose="020B0606030504020204" pitchFamily="34" charset="0"/>
              </a:rPr>
              <a:t>, con sede en San José, Costa Rica. Cuenta con más de 15 años de experiencia profesional, con un fuerte enfoque en el sector tecnológico y otras industrias clave. Posee amplia experiencia en la gestión de proyectos de TI y es reconocido por su capacidad para construir y mantener relaciones sólidas con clientes. Además, cuenta con más de 10 años de experiencia práctica en desarrollo web, trabajando con una amplia variedad de tecnologías y herramientas.</a:t>
            </a:r>
            <a:endParaRPr lang="en-US" sz="1000" b="0" i="0" dirty="0">
              <a:solidFill>
                <a:srgbClr val="009A44"/>
              </a:solidFill>
              <a:effectLst/>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Placeholder 12">
            <a:extLst>
              <a:ext uri="{FF2B5EF4-FFF2-40B4-BE49-F238E27FC236}">
                <a16:creationId xmlns:a16="http://schemas.microsoft.com/office/drawing/2014/main" id="{C97CD7B8-A0C7-4B5B-9122-0C6E526AB490}"/>
              </a:ext>
            </a:extLst>
          </p:cNvPr>
          <p:cNvSpPr txBox="1">
            <a:spLocks/>
          </p:cNvSpPr>
          <p:nvPr/>
        </p:nvSpPr>
        <p:spPr>
          <a:xfrm>
            <a:off x="3654118" y="6099101"/>
            <a:ext cx="3785068" cy="505228"/>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SzPct val="140000"/>
              <a:buFont typeface="Courier New" panose="02070309020205020404" pitchFamily="49" charset="0"/>
              <a:buChar char="o"/>
            </a:pPr>
            <a:r>
              <a:rPr lang="es-ES" sz="1000" dirty="0">
                <a:latin typeface="Open Sans" panose="020B0606030504020204" pitchFamily="34" charset="0"/>
                <a:ea typeface="Open Sans" panose="020B0606030504020204" pitchFamily="34" charset="0"/>
                <a:cs typeface="Open Sans" panose="020B0606030504020204" pitchFamily="34" charset="0"/>
              </a:rPr>
              <a:t>Sector tecnológico</a:t>
            </a:r>
          </a:p>
          <a:p>
            <a:pPr algn="l">
              <a:buSzPct val="140000"/>
              <a:buFont typeface="Courier New" panose="02070309020205020404" pitchFamily="49" charset="0"/>
              <a:buChar char="o"/>
            </a:pPr>
            <a:r>
              <a:rPr lang="es-ES" sz="1000" dirty="0">
                <a:latin typeface="Open Sans" panose="020B0606030504020204" pitchFamily="34" charset="0"/>
                <a:ea typeface="Open Sans" panose="020B0606030504020204" pitchFamily="34" charset="0"/>
                <a:cs typeface="Open Sans" panose="020B0606030504020204" pitchFamily="34" charset="0"/>
              </a:rPr>
              <a:t>Desarrollo de software</a:t>
            </a:r>
            <a:endParaRPr lang="es-ES_tradnl" sz="1000" dirty="0">
              <a:solidFill>
                <a:srgbClr val="091D09"/>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3">
            <a:extLst>
              <a:ext uri="{FF2B5EF4-FFF2-40B4-BE49-F238E27FC236}">
                <a16:creationId xmlns:a16="http://schemas.microsoft.com/office/drawing/2014/main" id="{11652440-1012-ABEB-CA94-ACEB3A8581B4}"/>
              </a:ext>
            </a:extLst>
          </p:cNvPr>
          <p:cNvSpPr txBox="1">
            <a:spLocks/>
          </p:cNvSpPr>
          <p:nvPr/>
        </p:nvSpPr>
        <p:spPr>
          <a:xfrm>
            <a:off x="1842117" y="1492847"/>
            <a:ext cx="1559432" cy="77410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err="1">
                <a:solidFill>
                  <a:srgbClr val="009A44"/>
                </a:solidFill>
                <a:latin typeface="Open Sans" panose="020B0606030504020204" pitchFamily="34" charset="0"/>
                <a:ea typeface="Open Sans" panose="020B0606030504020204" pitchFamily="34" charset="0"/>
                <a:cs typeface="Open Sans" panose="020B0606030504020204" pitchFamily="34" charset="0"/>
              </a:rPr>
              <a:t>Especialista</a:t>
            </a:r>
            <a:r>
              <a:rPr lang="en-US" sz="1600" dirty="0">
                <a:solidFill>
                  <a:srgbClr val="009A44"/>
                </a:solidFill>
                <a:latin typeface="Open Sans" panose="020B0606030504020204" pitchFamily="34" charset="0"/>
                <a:ea typeface="Open Sans" panose="020B0606030504020204" pitchFamily="34" charset="0"/>
                <a:cs typeface="Open Sans" panose="020B0606030504020204" pitchFamily="34" charset="0"/>
              </a:rPr>
              <a:t> Senior</a:t>
            </a:r>
            <a:endParaRPr lang="en-US" sz="1100" dirty="0">
              <a:solidFill>
                <a:srgbClr val="009A44"/>
              </a:solidFill>
              <a:latin typeface="Open Sans" panose="020B0606030504020204" pitchFamily="34" charset="0"/>
              <a:ea typeface="Open Sans" panose="020B0606030504020204" pitchFamily="34" charset="0"/>
              <a:cs typeface="Open Sans" panose="020B0606030504020204" pitchFamily="34" charset="0"/>
            </a:endParaRPr>
          </a:p>
          <a:p>
            <a:pPr marL="0" indent="0" algn="ctr">
              <a:buNone/>
            </a:pPr>
            <a:r>
              <a:rPr lang="en-US" sz="1100" dirty="0">
                <a:latin typeface="Open Sans" panose="020B0606030504020204" pitchFamily="34" charset="0"/>
                <a:ea typeface="Open Sans" panose="020B0606030504020204" pitchFamily="34" charset="0"/>
                <a:cs typeface="Open Sans" panose="020B0606030504020204" pitchFamily="34" charset="0"/>
              </a:rPr>
              <a:t>Engineering, AI &amp; Data</a:t>
            </a:r>
            <a:endParaRPr lang="en-US" dirty="0"/>
          </a:p>
          <a:p>
            <a:pPr marL="0" indent="0">
              <a:buNone/>
            </a:pPr>
            <a:endParaRPr lang="en-US" dirty="0"/>
          </a:p>
          <a:p>
            <a:endParaRPr lang="en-US" dirty="0"/>
          </a:p>
        </p:txBody>
      </p:sp>
      <p:sp>
        <p:nvSpPr>
          <p:cNvPr id="7" name="TextBox 6">
            <a:extLst>
              <a:ext uri="{FF2B5EF4-FFF2-40B4-BE49-F238E27FC236}">
                <a16:creationId xmlns:a16="http://schemas.microsoft.com/office/drawing/2014/main" id="{3DD3490F-B650-2337-D9CC-7EA7F9D85E50}"/>
              </a:ext>
            </a:extLst>
          </p:cNvPr>
          <p:cNvSpPr txBox="1"/>
          <p:nvPr/>
        </p:nvSpPr>
        <p:spPr>
          <a:xfrm>
            <a:off x="3545751" y="2620204"/>
            <a:ext cx="8646249" cy="3195747"/>
          </a:xfrm>
          <a:prstGeom prst="rect">
            <a:avLst/>
          </a:prstGeom>
          <a:noFill/>
        </p:spPr>
        <p:txBody>
          <a:bodyPr wrap="square">
            <a:spAutoFit/>
          </a:bodyPr>
          <a:lstStyle/>
          <a:p>
            <a:pPr algn="just" fontAlgn="base"/>
            <a:r>
              <a:rPr lang="es-E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Gestión de Proyectos Tecnológicos </a:t>
            </a:r>
            <a:r>
              <a:rPr lang="es-ES" sz="1000" b="1" dirty="0" err="1">
                <a:solidFill>
                  <a:srgbClr val="6FC2B4"/>
                </a:solidFill>
                <a:latin typeface="Open Sans" panose="020B0606030504020204" pitchFamily="34" charset="0"/>
                <a:ea typeface="Open Sans" panose="020B0606030504020204" pitchFamily="34" charset="0"/>
                <a:cs typeface="Open Sans" panose="020B0606030504020204" pitchFamily="34" charset="0"/>
              </a:rPr>
              <a:t>Multisector</a:t>
            </a:r>
            <a:endPar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s-E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Liderazgo de proyectos de tecnología en múltiples industrias</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s-E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Gestión de ciclo completo desde inicio hasta cierre</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s-E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Coordinación de recursos y ejecución integral</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s-E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Aseguramiento de entrega exitosa de proyectos</a:t>
            </a:r>
            <a:endParaRPr lang="en-US" sz="1000"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algn="just" fontAlgn="base"/>
            <a:endParaRPr lang="es-E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a:p>
            <a:pPr algn="just" fontAlgn="base"/>
            <a:r>
              <a:rPr lang="es-E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Arquitectura Empresarial y Diseño de Soluciones</a:t>
            </a:r>
            <a:endParaRPr lang="es-ES" sz="1000" dirty="0">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s-ES" sz="1000" dirty="0">
                <a:latin typeface="Open Sans" panose="020B0606030504020204" pitchFamily="34" charset="0"/>
                <a:ea typeface="Open Sans" panose="020B0606030504020204" pitchFamily="34" charset="0"/>
                <a:cs typeface="Open Sans" panose="020B0606030504020204" pitchFamily="34" charset="0"/>
              </a:rPr>
              <a:t>Definición de arquitectura e infraestructura de sistemas</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s-ES" sz="1000" dirty="0">
                <a:latin typeface="Open Sans" panose="020B0606030504020204" pitchFamily="34" charset="0"/>
                <a:ea typeface="Open Sans" panose="020B0606030504020204" pitchFamily="34" charset="0"/>
                <a:cs typeface="Open Sans" panose="020B0606030504020204" pitchFamily="34" charset="0"/>
              </a:rPr>
              <a:t>Traducción de requerimientos de negocio a soluciones escalables</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s-ES" sz="1000" dirty="0">
                <a:latin typeface="Open Sans" panose="020B0606030504020204" pitchFamily="34" charset="0"/>
                <a:ea typeface="Open Sans" panose="020B0606030504020204" pitchFamily="34" charset="0"/>
                <a:cs typeface="Open Sans" panose="020B0606030504020204" pitchFamily="34" charset="0"/>
              </a:rPr>
              <a:t>Diseño de soluciones empresariales efectivas</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s-ES" sz="1000" dirty="0">
                <a:latin typeface="Open Sans" panose="020B0606030504020204" pitchFamily="34" charset="0"/>
                <a:ea typeface="Open Sans" panose="020B0606030504020204" pitchFamily="34" charset="0"/>
                <a:cs typeface="Open Sans" panose="020B0606030504020204" pitchFamily="34" charset="0"/>
              </a:rPr>
              <a:t>Experiencia en entornos complejos multiindustria</a:t>
            </a:r>
            <a:endPar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gn="just" fontAlgn="base"/>
            <a:endPar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a:p>
            <a:pPr algn="just" fontAlgn="base"/>
            <a:r>
              <a:rPr lang="es-E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Desarrollo Web e Integración de Servicios</a:t>
            </a:r>
            <a:endParaRPr lang="es-ES" sz="1000" dirty="0">
              <a:latin typeface="Open Sans" panose="020B0606030504020204" pitchFamily="34" charset="0"/>
              <a:ea typeface="Open Sans" panose="020B0606030504020204" pitchFamily="34" charset="0"/>
              <a:cs typeface="Open Sans" panose="020B0606030504020204" pitchFamily="34" charset="0"/>
            </a:endParaRP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s-ES" sz="1000" dirty="0">
                <a:latin typeface="Open Sans" panose="020B0606030504020204" pitchFamily="34" charset="0"/>
                <a:ea typeface="Open Sans" panose="020B0606030504020204" pitchFamily="34" charset="0"/>
                <a:cs typeface="Open Sans" panose="020B0606030504020204" pitchFamily="34" charset="0"/>
              </a:rPr>
              <a:t>Desarrollo de aplicaciones web con tecnologías modernas (.NET, Angular, etc.)</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s-ES" sz="1000" dirty="0">
                <a:latin typeface="Open Sans" panose="020B0606030504020204" pitchFamily="34" charset="0"/>
                <a:ea typeface="Open Sans" panose="020B0606030504020204" pitchFamily="34" charset="0"/>
                <a:cs typeface="Open Sans" panose="020B0606030504020204" pitchFamily="34" charset="0"/>
              </a:rPr>
              <a:t>Implementación de </a:t>
            </a:r>
            <a:r>
              <a:rPr lang="es-ES" sz="1000" dirty="0" err="1">
                <a:latin typeface="Open Sans" panose="020B0606030504020204" pitchFamily="34" charset="0"/>
                <a:ea typeface="Open Sans" panose="020B0606030504020204" pitchFamily="34" charset="0"/>
                <a:cs typeface="Open Sans" panose="020B0606030504020204" pitchFamily="34" charset="0"/>
              </a:rPr>
              <a:t>APIs</a:t>
            </a:r>
            <a:r>
              <a:rPr lang="es-ES" sz="1000" dirty="0">
                <a:latin typeface="Open Sans" panose="020B0606030504020204" pitchFamily="34" charset="0"/>
                <a:ea typeface="Open Sans" panose="020B0606030504020204" pitchFamily="34" charset="0"/>
                <a:cs typeface="Open Sans" panose="020B0606030504020204" pitchFamily="34" charset="0"/>
              </a:rPr>
              <a:t>, servicios SOAP y microservicios</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s-ES" sz="1000" dirty="0">
                <a:latin typeface="Open Sans" panose="020B0606030504020204" pitchFamily="34" charset="0"/>
                <a:ea typeface="Open Sans" panose="020B0606030504020204" pitchFamily="34" charset="0"/>
                <a:cs typeface="Open Sans" panose="020B0606030504020204" pitchFamily="34" charset="0"/>
              </a:rPr>
              <a:t>Integración de sistemas con arquitecturas distribuidas</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s-ES" sz="1000" dirty="0">
                <a:latin typeface="Open Sans" panose="020B0606030504020204" pitchFamily="34" charset="0"/>
                <a:ea typeface="Open Sans" panose="020B0606030504020204" pitchFamily="34" charset="0"/>
                <a:cs typeface="Open Sans" panose="020B0606030504020204" pitchFamily="34" charset="0"/>
              </a:rPr>
              <a:t>Uso de múltiples </a:t>
            </a:r>
            <a:r>
              <a:rPr lang="es-ES" sz="1000" dirty="0" err="1">
                <a:latin typeface="Open Sans" panose="020B0606030504020204" pitchFamily="34" charset="0"/>
                <a:ea typeface="Open Sans" panose="020B0606030504020204" pitchFamily="34" charset="0"/>
                <a:cs typeface="Open Sans" panose="020B0606030504020204" pitchFamily="34" charset="0"/>
              </a:rPr>
              <a:t>frameworks</a:t>
            </a:r>
            <a:r>
              <a:rPr lang="es-ES" sz="1000" dirty="0">
                <a:latin typeface="Open Sans" panose="020B0606030504020204" pitchFamily="34" charset="0"/>
                <a:ea typeface="Open Sans" panose="020B0606030504020204" pitchFamily="34" charset="0"/>
                <a:cs typeface="Open Sans" panose="020B0606030504020204" pitchFamily="34" charset="0"/>
              </a:rPr>
              <a:t> y herramientas tecnológicas</a:t>
            </a:r>
            <a:endParaRPr lang="es-MX" sz="1000" dirty="0">
              <a:latin typeface="Open Sans" panose="020B0606030504020204" pitchFamily="34" charset="0"/>
              <a:ea typeface="Open Sans" panose="020B0606030504020204" pitchFamily="34" charset="0"/>
              <a:cs typeface="Open Sans" panose="020B0606030504020204" pitchFamily="34" charset="0"/>
            </a:endParaRPr>
          </a:p>
          <a:p>
            <a:pPr defTabSz="1217613" eaLnBrk="0" fontAlgn="base" hangingPunct="0">
              <a:spcBef>
                <a:spcPts val="200"/>
              </a:spcBef>
              <a:spcAft>
                <a:spcPct val="0"/>
              </a:spcAft>
              <a:buClr>
                <a:srgbClr val="009A44"/>
              </a:buClr>
              <a:buSzPct val="140000"/>
              <a:defRPr/>
            </a:pPr>
            <a:endParaRPr lang="es-MX" sz="10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Placeholder 20">
            <a:extLst>
              <a:ext uri="{FF2B5EF4-FFF2-40B4-BE49-F238E27FC236}">
                <a16:creationId xmlns:a16="http://schemas.microsoft.com/office/drawing/2014/main" id="{87B903DF-F8C5-7425-00D5-412CCB2A6325}"/>
              </a:ext>
            </a:extLst>
          </p:cNvPr>
          <p:cNvSpPr txBox="1">
            <a:spLocks/>
          </p:cNvSpPr>
          <p:nvPr/>
        </p:nvSpPr>
        <p:spPr>
          <a:xfrm>
            <a:off x="224005" y="3178538"/>
            <a:ext cx="3359896" cy="2632283"/>
          </a:xfrm>
          <a:prstGeom prst="rect">
            <a:avLst/>
          </a:prstGeom>
        </p:spPr>
        <p:txBody>
          <a:bodyPr>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200"/>
              </a:spcBef>
              <a:spcAft>
                <a:spcPct val="0"/>
              </a:spcAft>
              <a:buClr>
                <a:srgbClr val="009A44"/>
              </a:buClr>
              <a:buSzPct val="140000"/>
            </a:pPr>
            <a:r>
              <a:rPr lang="es-ES" altLang="es-MX" sz="3100" dirty="0">
                <a:latin typeface="Open Sans" panose="020B0606030504020204" pitchFamily="34" charset="0"/>
                <a:ea typeface="Open Sans" panose="020B0606030504020204" pitchFamily="34" charset="0"/>
                <a:cs typeface="Open Sans" panose="020B0606030504020204" pitchFamily="34" charset="0"/>
              </a:rPr>
              <a:t>Gestión de proyectos</a:t>
            </a:r>
          </a:p>
          <a:p>
            <a:pPr>
              <a:lnSpc>
                <a:spcPct val="120000"/>
              </a:lnSpc>
              <a:spcBef>
                <a:spcPts val="200"/>
              </a:spcBef>
              <a:spcAft>
                <a:spcPct val="0"/>
              </a:spcAft>
              <a:buClr>
                <a:srgbClr val="009A44"/>
              </a:buClr>
              <a:buSzPct val="140000"/>
            </a:pPr>
            <a:r>
              <a:rPr lang="es-ES" altLang="es-MX" sz="3100" dirty="0">
                <a:latin typeface="Open Sans" panose="020B0606030504020204" pitchFamily="34" charset="0"/>
                <a:ea typeface="Open Sans" panose="020B0606030504020204" pitchFamily="34" charset="0"/>
                <a:cs typeface="Open Sans" panose="020B0606030504020204" pitchFamily="34" charset="0"/>
              </a:rPr>
              <a:t>Relación con clientes</a:t>
            </a:r>
          </a:p>
          <a:p>
            <a:pPr>
              <a:lnSpc>
                <a:spcPct val="120000"/>
              </a:lnSpc>
              <a:spcBef>
                <a:spcPts val="200"/>
              </a:spcBef>
              <a:spcAft>
                <a:spcPct val="0"/>
              </a:spcAft>
              <a:buClr>
                <a:srgbClr val="009A44"/>
              </a:buClr>
              <a:buSzPct val="140000"/>
            </a:pPr>
            <a:r>
              <a:rPr lang="es-ES" altLang="es-MX" sz="3100" dirty="0">
                <a:latin typeface="Open Sans" panose="020B0606030504020204" pitchFamily="34" charset="0"/>
                <a:ea typeface="Open Sans" panose="020B0606030504020204" pitchFamily="34" charset="0"/>
                <a:cs typeface="Open Sans" panose="020B0606030504020204" pitchFamily="34" charset="0"/>
              </a:rPr>
              <a:t>Arquitectura de soluciones</a:t>
            </a:r>
          </a:p>
          <a:p>
            <a:pPr>
              <a:lnSpc>
                <a:spcPct val="120000"/>
              </a:lnSpc>
              <a:spcBef>
                <a:spcPts val="200"/>
              </a:spcBef>
              <a:spcAft>
                <a:spcPct val="0"/>
              </a:spcAft>
              <a:buClr>
                <a:srgbClr val="009A44"/>
              </a:buClr>
              <a:buSzPct val="140000"/>
            </a:pPr>
            <a:r>
              <a:rPr lang="es-ES" altLang="es-MX" sz="3100" dirty="0">
                <a:latin typeface="Open Sans" panose="020B0606030504020204" pitchFamily="34" charset="0"/>
                <a:ea typeface="Open Sans" panose="020B0606030504020204" pitchFamily="34" charset="0"/>
                <a:cs typeface="Open Sans" panose="020B0606030504020204" pitchFamily="34" charset="0"/>
              </a:rPr>
              <a:t>Integración tecnológica</a:t>
            </a:r>
          </a:p>
          <a:p>
            <a:pPr marL="0" indent="0">
              <a:lnSpc>
                <a:spcPct val="120000"/>
              </a:lnSpc>
              <a:spcBef>
                <a:spcPts val="200"/>
              </a:spcBef>
              <a:spcAft>
                <a:spcPct val="0"/>
              </a:spcAft>
              <a:buClr>
                <a:srgbClr val="009A44"/>
              </a:buClr>
              <a:buSzPct val="140000"/>
              <a:buNone/>
            </a:pPr>
            <a:endParaRPr lang="en-US" b="1" dirty="0">
              <a:solidFill>
                <a:srgbClr val="009A44"/>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200"/>
              </a:spcBef>
              <a:spcAft>
                <a:spcPct val="0"/>
              </a:spcAft>
              <a:buClr>
                <a:srgbClr val="009A44"/>
              </a:buClr>
              <a:buSzPct val="140000"/>
              <a:buNone/>
            </a:pPr>
            <a:r>
              <a:rPr lang="en-US" sz="34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TECNOLOGÍAS</a:t>
            </a:r>
            <a:endParaRPr lang="en-US" sz="3400"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buNone/>
            </a:pPr>
            <a:r>
              <a:rPr lang="es-MX" sz="3100" dirty="0">
                <a:latin typeface="Open Sans" panose="020B0606030504020204" pitchFamily="34" charset="0"/>
                <a:ea typeface="Open Sans" panose="020B0606030504020204" pitchFamily="34" charset="0"/>
                <a:cs typeface="Open Sans" panose="020B0606030504020204" pitchFamily="34" charset="0"/>
              </a:rPr>
              <a:t>.NET, C#, Angular, JavaScript, REST </a:t>
            </a:r>
            <a:r>
              <a:rPr lang="es-MX" sz="3100" dirty="0" err="1">
                <a:latin typeface="Open Sans" panose="020B0606030504020204" pitchFamily="34" charset="0"/>
                <a:ea typeface="Open Sans" panose="020B0606030504020204" pitchFamily="34" charset="0"/>
                <a:cs typeface="Open Sans" panose="020B0606030504020204" pitchFamily="34" charset="0"/>
              </a:rPr>
              <a:t>APIs</a:t>
            </a:r>
            <a:r>
              <a:rPr lang="es-MX" sz="3100" dirty="0">
                <a:latin typeface="Open Sans" panose="020B0606030504020204" pitchFamily="34" charset="0"/>
                <a:ea typeface="Open Sans" panose="020B0606030504020204" pitchFamily="34" charset="0"/>
                <a:cs typeface="Open Sans" panose="020B0606030504020204" pitchFamily="34" charset="0"/>
              </a:rPr>
              <a:t>, Microservicios, Docker, SQL Server, Oracle, Power BI</a:t>
            </a:r>
          </a:p>
          <a:p>
            <a:pPr marL="0" indent="0">
              <a:lnSpc>
                <a:spcPct val="120000"/>
              </a:lnSpc>
              <a:buNone/>
            </a:pPr>
            <a:r>
              <a:rPr lang="en-US" sz="2800" b="0" i="0" dirty="0">
                <a:solidFill>
                  <a:srgbClr val="009A44"/>
                </a:solidFill>
                <a:effectLst/>
                <a:latin typeface="Open Sans" panose="020B0606030504020204" pitchFamily="34" charset="0"/>
                <a:ea typeface="Open Sans" panose="020B0606030504020204" pitchFamily="34" charset="0"/>
                <a:cs typeface="Open Sans" panose="020B0606030504020204" pitchFamily="34" charset="0"/>
              </a:rPr>
              <a:t>​</a:t>
            </a:r>
            <a:r>
              <a:rPr lang="en-US" sz="2800" b="1" dirty="0">
                <a:solidFill>
                  <a:srgbClr val="009A44"/>
                </a:solidFill>
                <a:latin typeface="Open Sans" panose="020B0606030504020204" pitchFamily="34" charset="0"/>
                <a:ea typeface="Open Sans" panose="020B0606030504020204" pitchFamily="34" charset="0"/>
                <a:cs typeface="Open Sans" panose="020B0606030504020204" pitchFamily="34" charset="0"/>
              </a:rPr>
              <a:t> </a:t>
            </a:r>
            <a:r>
              <a:rPr lang="en-US" sz="34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EDUCACIÓN</a:t>
            </a:r>
            <a:endParaRPr lang="en-US" sz="3400" b="0" i="0" dirty="0">
              <a:solidFill>
                <a:srgbClr val="6FC2B4"/>
              </a:solidFill>
              <a:effectLst/>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s-ES" sz="3100" dirty="0">
                <a:latin typeface="Open Sans" panose="020B0606030504020204" pitchFamily="34" charset="0"/>
                <a:ea typeface="Open Sans" panose="020B0606030504020204" pitchFamily="34" charset="0"/>
                <a:cs typeface="Open Sans" panose="020B0606030504020204" pitchFamily="34" charset="0"/>
              </a:rPr>
              <a:t>Licenciatura en Ingeniería en Sistemas – Universidad Hispanoamericana (2012)</a:t>
            </a:r>
          </a:p>
          <a:p>
            <a:pPr marL="0" indent="0">
              <a:lnSpc>
                <a:spcPct val="120000"/>
              </a:lnSpc>
              <a:spcBef>
                <a:spcPts val="0"/>
              </a:spcBef>
              <a:buNone/>
            </a:pPr>
            <a:endParaRPr lang="en-US" sz="3400" b="1"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spcBef>
                <a:spcPts val="0"/>
              </a:spcBef>
              <a:buNone/>
            </a:pPr>
            <a:r>
              <a:rPr lang="en-US" sz="34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CERTIFICACIONES</a:t>
            </a:r>
          </a:p>
          <a:p>
            <a:pPr>
              <a:lnSpc>
                <a:spcPct val="120000"/>
              </a:lnSpc>
              <a:spcBef>
                <a:spcPts val="200"/>
              </a:spcBef>
              <a:spcAft>
                <a:spcPct val="0"/>
              </a:spcAft>
              <a:buClr>
                <a:srgbClr val="009A44"/>
              </a:buClr>
              <a:buSzPct val="140000"/>
              <a:defRPr/>
            </a:pPr>
            <a:r>
              <a:rPr lang="es-MX" sz="3100" dirty="0">
                <a:latin typeface="Open Sans" panose="020B0606030504020204" pitchFamily="34" charset="0"/>
                <a:ea typeface="Open Sans" panose="020B0606030504020204" pitchFamily="34" charset="0"/>
                <a:cs typeface="Open Sans" panose="020B0606030504020204" pitchFamily="34" charset="0"/>
              </a:rPr>
              <a:t>SCRUM Master</a:t>
            </a:r>
          </a:p>
        </p:txBody>
      </p:sp>
      <p:pic>
        <p:nvPicPr>
          <p:cNvPr id="3" name="Imagen 2">
            <a:extLst>
              <a:ext uri="{FF2B5EF4-FFF2-40B4-BE49-F238E27FC236}">
                <a16:creationId xmlns:a16="http://schemas.microsoft.com/office/drawing/2014/main" id="{B72B892D-8CDB-91B3-3E28-D090AD4492D1}"/>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0127417" y="34579"/>
            <a:ext cx="1685026" cy="1333090"/>
          </a:xfrm>
          <a:prstGeom prst="rect">
            <a:avLst/>
          </a:prstGeom>
        </p:spPr>
      </p:pic>
      <p:sp>
        <p:nvSpPr>
          <p:cNvPr id="2" name="Text Placeholder 12">
            <a:extLst>
              <a:ext uri="{FF2B5EF4-FFF2-40B4-BE49-F238E27FC236}">
                <a16:creationId xmlns:a16="http://schemas.microsoft.com/office/drawing/2014/main" id="{614D8BE1-05F4-991C-3EAE-034323E7C0A6}"/>
              </a:ext>
            </a:extLst>
          </p:cNvPr>
          <p:cNvSpPr txBox="1">
            <a:spLocks/>
          </p:cNvSpPr>
          <p:nvPr/>
        </p:nvSpPr>
        <p:spPr>
          <a:xfrm>
            <a:off x="7764649" y="6064846"/>
            <a:ext cx="4017543" cy="505228"/>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SzPct val="140000"/>
              <a:buFont typeface="Courier New" panose="02070309020205020404" pitchFamily="49" charset="0"/>
              <a:buChar char="o"/>
            </a:pPr>
            <a:r>
              <a:rPr lang="es-MX" altLang="es-MX" sz="1000" dirty="0">
                <a:solidFill>
                  <a:srgbClr val="091D09"/>
                </a:solidFill>
                <a:latin typeface="Open Sans" panose="020B0606030504020204" pitchFamily="34" charset="0"/>
                <a:ea typeface="Open Sans" panose="020B0606030504020204" pitchFamily="34" charset="0"/>
                <a:cs typeface="Open Sans" panose="020B0606030504020204" pitchFamily="34" charset="0"/>
              </a:rPr>
              <a:t>Analítica de datos</a:t>
            </a:r>
          </a:p>
          <a:p>
            <a:pPr>
              <a:buSzPct val="140000"/>
              <a:buFont typeface="Courier New" panose="02070309020205020404" pitchFamily="49" charset="0"/>
              <a:buChar char="o"/>
            </a:pPr>
            <a:r>
              <a:rPr lang="es-MX" altLang="es-MX" sz="1000" dirty="0">
                <a:solidFill>
                  <a:srgbClr val="091D09"/>
                </a:solidFill>
                <a:latin typeface="Open Sans" panose="020B0606030504020204" pitchFamily="34" charset="0"/>
                <a:ea typeface="Open Sans" panose="020B0606030504020204" pitchFamily="34" charset="0"/>
                <a:cs typeface="Open Sans" panose="020B0606030504020204" pitchFamily="34" charset="0"/>
              </a:rPr>
              <a:t>Entornos multiindustria</a:t>
            </a:r>
            <a:endParaRPr lang="es-ES_tradnl" sz="1000" dirty="0">
              <a:solidFill>
                <a:srgbClr val="091D09"/>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4" name="Picture 18" descr="Call center with solid fill">
            <a:extLst>
              <a:ext uri="{FF2B5EF4-FFF2-40B4-BE49-F238E27FC236}">
                <a16:creationId xmlns:a16="http://schemas.microsoft.com/office/drawing/2014/main" id="{72A1522D-1DBC-EF9C-B441-ED0FE727F6F3}"/>
              </a:ext>
            </a:extLst>
          </p:cNvPr>
          <p:cNvPicPr>
            <a:picLocks noChangeAspect="1"/>
          </p:cNvPicPr>
          <p:nvPr/>
        </p:nvPicPr>
        <p:blipFill>
          <a:blip>
            <a:extLst>
              <a:ext uri="{96DAC541-7B7A-43D3-8B79-37D633B846F1}">
                <asvg:svgBlip xmlns:asvg="http://schemas.microsoft.com/office/drawing/2016/SVG/main" r:embed="rId4"/>
              </a:ext>
            </a:extLst>
          </a:blip>
          <a:srcRect t="44" b="44"/>
          <a:stretch/>
        </p:blipFill>
        <p:spPr>
          <a:xfrm>
            <a:off x="370757" y="1445752"/>
            <a:ext cx="1060648" cy="1059722"/>
          </a:xfrm>
          <a:prstGeom prst="ellipse">
            <a:avLst/>
          </a:prstGeom>
          <a:noFill/>
          <a:ln w="38100">
            <a:solidFill>
              <a:srgbClr val="009A44"/>
            </a:solidFill>
          </a:ln>
        </p:spPr>
      </p:pic>
    </p:spTree>
    <p:extLst>
      <p:ext uri="{BB962C8B-B14F-4D97-AF65-F5344CB8AC3E}">
        <p14:creationId xmlns:p14="http://schemas.microsoft.com/office/powerpoint/2010/main" val="1916113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8">
            <a:extLst>
              <a:ext uri="{FF2B5EF4-FFF2-40B4-BE49-F238E27FC236}">
                <a16:creationId xmlns:a16="http://schemas.microsoft.com/office/drawing/2014/main" id="{A8C7387A-E2EF-435B-823C-F440C0B0701A}"/>
              </a:ext>
            </a:extLst>
          </p:cNvPr>
          <p:cNvSpPr/>
          <p:nvPr/>
        </p:nvSpPr>
        <p:spPr>
          <a:xfrm>
            <a:off x="233662" y="2914422"/>
            <a:ext cx="3240647" cy="3703353"/>
          </a:xfrm>
          <a:custGeom>
            <a:avLst/>
            <a:gdLst/>
            <a:ahLst/>
            <a:cxnLst/>
            <a:rect l="l" t="t" r="r" b="b"/>
            <a:pathLst>
              <a:path w="2075814" h="2875915">
                <a:moveTo>
                  <a:pt x="0" y="2875787"/>
                </a:moveTo>
                <a:lnTo>
                  <a:pt x="2075688" y="2875787"/>
                </a:lnTo>
                <a:lnTo>
                  <a:pt x="2075688" y="0"/>
                </a:lnTo>
                <a:lnTo>
                  <a:pt x="0" y="0"/>
                </a:lnTo>
                <a:lnTo>
                  <a:pt x="0" y="2875787"/>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2">
            <a:extLst>
              <a:ext uri="{FF2B5EF4-FFF2-40B4-BE49-F238E27FC236}">
                <a16:creationId xmlns:a16="http://schemas.microsoft.com/office/drawing/2014/main" id="{AA1E075A-F9A3-4072-82AE-DE1C10BDB1B5}"/>
              </a:ext>
            </a:extLst>
          </p:cNvPr>
          <p:cNvSpPr txBox="1"/>
          <p:nvPr/>
        </p:nvSpPr>
        <p:spPr>
          <a:xfrm>
            <a:off x="1162328" y="2809350"/>
            <a:ext cx="1383315" cy="185307"/>
          </a:xfrm>
          <a:prstGeom prst="rect">
            <a:avLst/>
          </a:prstGeom>
          <a:solidFill>
            <a:schemeClr val="bg1"/>
          </a:solidFill>
        </p:spPr>
        <p:txBody>
          <a:bodyPr vert="horz" wrap="square" lIns="0" tIns="15875" rIns="0" bIns="0" rtlCol="0">
            <a:spAutoFit/>
          </a:bodyPr>
          <a:lstStyle/>
          <a:p>
            <a:pPr marL="12700" marR="0" lvl="0" indent="0" algn="ctr" defTabSz="914400" rtl="0" eaLnBrk="1" fontAlgn="auto" latinLnBrk="0" hangingPunct="1">
              <a:lnSpc>
                <a:spcPct val="100000"/>
              </a:lnSpc>
              <a:spcBef>
                <a:spcPts val="125"/>
              </a:spcBef>
              <a:spcAft>
                <a:spcPts val="0"/>
              </a:spcAft>
              <a:buClrTx/>
              <a:buSzTx/>
              <a:buFontTx/>
              <a:buNone/>
              <a:tabLst/>
              <a:defRPr/>
            </a:pPr>
            <a:r>
              <a:rPr kumimoji="0" lang="en-US" sz="1100" b="1" i="0" u="none" strike="noStrike" kern="1200" cap="none" spc="0" normalizeH="0" baseline="0" noProof="0">
                <a:ln>
                  <a:noFill/>
                </a:ln>
                <a:solidFill>
                  <a:srgbClr val="009A44"/>
                </a:solidFill>
                <a:effectLst/>
                <a:uLnTx/>
                <a:uFillTx/>
                <a:latin typeface="Open Sans"/>
                <a:ea typeface="+mn-ea"/>
                <a:cs typeface="Arial"/>
              </a:rPr>
              <a:t>KEY SKILLS</a:t>
            </a:r>
            <a:endParaRPr kumimoji="0" lang="en-US" sz="1100" b="0" i="0" u="none" strike="noStrike" kern="1200" cap="none" spc="0" normalizeH="0" baseline="0" noProof="0">
              <a:ln>
                <a:noFill/>
              </a:ln>
              <a:solidFill>
                <a:srgbClr val="009A44"/>
              </a:solidFill>
              <a:effectLst/>
              <a:uLnTx/>
              <a:uFillTx/>
              <a:latin typeface="Open Sans"/>
              <a:ea typeface="+mn-ea"/>
              <a:cs typeface="Arial"/>
            </a:endParaRPr>
          </a:p>
        </p:txBody>
      </p:sp>
      <p:sp>
        <p:nvSpPr>
          <p:cNvPr id="18" name="object 14">
            <a:extLst>
              <a:ext uri="{FF2B5EF4-FFF2-40B4-BE49-F238E27FC236}">
                <a16:creationId xmlns:a16="http://schemas.microsoft.com/office/drawing/2014/main" id="{FEFC4A02-F6C7-485C-8CCD-0BE7215126C4}"/>
              </a:ext>
            </a:extLst>
          </p:cNvPr>
          <p:cNvSpPr/>
          <p:nvPr/>
        </p:nvSpPr>
        <p:spPr>
          <a:xfrm>
            <a:off x="3606493" y="2504098"/>
            <a:ext cx="8201794" cy="3280473"/>
          </a:xfrm>
          <a:custGeom>
            <a:avLst/>
            <a:gdLst/>
            <a:ahLst/>
            <a:cxnLst/>
            <a:rect l="l" t="t" r="r" b="b"/>
            <a:pathLst>
              <a:path w="6259195" h="3949065">
                <a:moveTo>
                  <a:pt x="0" y="3948684"/>
                </a:moveTo>
                <a:lnTo>
                  <a:pt x="6259067" y="3948684"/>
                </a:lnTo>
                <a:lnTo>
                  <a:pt x="6259067" y="0"/>
                </a:lnTo>
                <a:lnTo>
                  <a:pt x="0" y="0"/>
                </a:lnTo>
                <a:lnTo>
                  <a:pt x="0" y="3948684"/>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object 3">
            <a:extLst>
              <a:ext uri="{FF2B5EF4-FFF2-40B4-BE49-F238E27FC236}">
                <a16:creationId xmlns:a16="http://schemas.microsoft.com/office/drawing/2014/main" id="{626912DD-6D1F-442C-8777-694BD5BD74B4}"/>
              </a:ext>
            </a:extLst>
          </p:cNvPr>
          <p:cNvSpPr/>
          <p:nvPr/>
        </p:nvSpPr>
        <p:spPr>
          <a:xfrm>
            <a:off x="3608933" y="5924209"/>
            <a:ext cx="8201794" cy="680120"/>
          </a:xfrm>
          <a:custGeom>
            <a:avLst/>
            <a:gdLst/>
            <a:ahLst/>
            <a:cxnLst/>
            <a:rect l="l" t="t" r="r" b="b"/>
            <a:pathLst>
              <a:path w="6250305" h="1146175">
                <a:moveTo>
                  <a:pt x="0" y="1146048"/>
                </a:moveTo>
                <a:lnTo>
                  <a:pt x="6249923" y="1146048"/>
                </a:lnTo>
                <a:lnTo>
                  <a:pt x="6249923" y="0"/>
                </a:lnTo>
                <a:lnTo>
                  <a:pt x="0" y="0"/>
                </a:lnTo>
                <a:lnTo>
                  <a:pt x="0" y="1146048"/>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2" name="Group 21">
            <a:extLst>
              <a:ext uri="{FF2B5EF4-FFF2-40B4-BE49-F238E27FC236}">
                <a16:creationId xmlns:a16="http://schemas.microsoft.com/office/drawing/2014/main" id="{1F0534A6-3032-4CB6-89C6-D404B62CA9E6}"/>
              </a:ext>
            </a:extLst>
          </p:cNvPr>
          <p:cNvGrpSpPr/>
          <p:nvPr/>
        </p:nvGrpSpPr>
        <p:grpSpPr>
          <a:xfrm>
            <a:off x="3606493" y="1273351"/>
            <a:ext cx="8201794" cy="1046670"/>
            <a:chOff x="3606493" y="1417853"/>
            <a:chExt cx="8201794" cy="1261810"/>
          </a:xfrm>
        </p:grpSpPr>
        <p:sp>
          <p:nvSpPr>
            <p:cNvPr id="8" name="object 3">
              <a:extLst>
                <a:ext uri="{FF2B5EF4-FFF2-40B4-BE49-F238E27FC236}">
                  <a16:creationId xmlns:a16="http://schemas.microsoft.com/office/drawing/2014/main" id="{5FFF6245-1614-4E1D-B56E-2564BB53684D}"/>
                </a:ext>
              </a:extLst>
            </p:cNvPr>
            <p:cNvSpPr/>
            <p:nvPr/>
          </p:nvSpPr>
          <p:spPr>
            <a:xfrm>
              <a:off x="3606493" y="1533488"/>
              <a:ext cx="8201794" cy="1146175"/>
            </a:xfrm>
            <a:custGeom>
              <a:avLst/>
              <a:gdLst/>
              <a:ahLst/>
              <a:cxnLst/>
              <a:rect l="l" t="t" r="r" b="b"/>
              <a:pathLst>
                <a:path w="6250305" h="1146175">
                  <a:moveTo>
                    <a:pt x="0" y="1146048"/>
                  </a:moveTo>
                  <a:lnTo>
                    <a:pt x="6249923" y="1146048"/>
                  </a:lnTo>
                  <a:lnTo>
                    <a:pt x="6249923" y="0"/>
                  </a:lnTo>
                  <a:lnTo>
                    <a:pt x="0" y="0"/>
                  </a:lnTo>
                  <a:lnTo>
                    <a:pt x="0" y="1146048"/>
                  </a:lnTo>
                  <a:close/>
                </a:path>
              </a:pathLst>
            </a:custGeom>
            <a:ln w="6350">
              <a:solidFill>
                <a:srgbClr val="009A4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1" name="Group 20">
              <a:extLst>
                <a:ext uri="{FF2B5EF4-FFF2-40B4-BE49-F238E27FC236}">
                  <a16:creationId xmlns:a16="http://schemas.microsoft.com/office/drawing/2014/main" id="{C20522FB-2349-463F-8014-1BCF0F9FCA3B}"/>
                </a:ext>
              </a:extLst>
            </p:cNvPr>
            <p:cNvGrpSpPr/>
            <p:nvPr/>
          </p:nvGrpSpPr>
          <p:grpSpPr>
            <a:xfrm>
              <a:off x="3606493" y="1417853"/>
              <a:ext cx="2111295" cy="482241"/>
              <a:chOff x="3606493" y="1417853"/>
              <a:chExt cx="2111295" cy="482241"/>
            </a:xfrm>
          </p:grpSpPr>
          <p:sp>
            <p:nvSpPr>
              <p:cNvPr id="14" name="Rectangle 13">
                <a:extLst>
                  <a:ext uri="{FF2B5EF4-FFF2-40B4-BE49-F238E27FC236}">
                    <a16:creationId xmlns:a16="http://schemas.microsoft.com/office/drawing/2014/main" id="{8CCA3CCA-2A0F-4DDA-B469-BD46A09A72DA}"/>
                  </a:ext>
                </a:extLst>
              </p:cNvPr>
              <p:cNvSpPr/>
              <p:nvPr/>
            </p:nvSpPr>
            <p:spPr>
              <a:xfrm>
                <a:off x="3606493" y="1417853"/>
                <a:ext cx="1828800" cy="2356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38" name="object 12">
                <a:extLst>
                  <a:ext uri="{FF2B5EF4-FFF2-40B4-BE49-F238E27FC236}">
                    <a16:creationId xmlns:a16="http://schemas.microsoft.com/office/drawing/2014/main" id="{8FE1CF09-4265-478B-B1B1-D14D68E004D1}"/>
                  </a:ext>
                </a:extLst>
              </p:cNvPr>
              <p:cNvSpPr txBox="1"/>
              <p:nvPr/>
            </p:nvSpPr>
            <p:spPr>
              <a:xfrm>
                <a:off x="3654118" y="1420062"/>
                <a:ext cx="2063670" cy="480032"/>
              </a:xfrm>
              <a:prstGeom prst="rect">
                <a:avLst/>
              </a:prstGeom>
              <a:solidFill>
                <a:schemeClr val="bg1"/>
              </a:solidFill>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kumimoji="0" lang="en-US" sz="1200" b="1" i="0" u="none" strike="noStrike" kern="1200" cap="none" spc="0" normalizeH="0" baseline="0" noProof="0">
                    <a:ln>
                      <a:noFill/>
                    </a:ln>
                    <a:solidFill>
                      <a:srgbClr val="009A44"/>
                    </a:solidFill>
                    <a:effectLst/>
                    <a:uLnTx/>
                    <a:uFillTx/>
                    <a:latin typeface="Open Sans"/>
                    <a:ea typeface="+mn-ea"/>
                    <a:cs typeface="Arial"/>
                  </a:rPr>
                  <a:t>PROFESSIONAL SUMMARY</a:t>
                </a:r>
                <a:endParaRPr kumimoji="0" lang="en-US" sz="1200" b="0" i="0" u="none" strike="noStrike" kern="1200" cap="none" spc="0" normalizeH="0" baseline="0" noProof="0">
                  <a:ln>
                    <a:noFill/>
                  </a:ln>
                  <a:solidFill>
                    <a:srgbClr val="009A44"/>
                  </a:solidFill>
                  <a:effectLst/>
                  <a:uLnTx/>
                  <a:uFillTx/>
                  <a:latin typeface="Open Sans"/>
                  <a:ea typeface="+mn-ea"/>
                  <a:cs typeface="Arial"/>
                </a:endParaRPr>
              </a:p>
              <a:p>
                <a:pPr marL="12700" marR="0" lvl="0" indent="0" algn="l" defTabSz="914400" rtl="0" eaLnBrk="1" fontAlgn="auto" latinLnBrk="0" hangingPunct="1">
                  <a:lnSpc>
                    <a:spcPct val="100000"/>
                  </a:lnSpc>
                  <a:spcBef>
                    <a:spcPts val="125"/>
                  </a:spcBef>
                  <a:spcAft>
                    <a:spcPts val="0"/>
                  </a:spcAft>
                  <a:buClrTx/>
                  <a:buSzTx/>
                  <a:buFontTx/>
                  <a:buNone/>
                  <a:tabLst/>
                  <a:defRPr/>
                </a:pPr>
                <a:endParaRPr kumimoji="0" lang="en-US" sz="1200" b="0" i="0" u="none" strike="noStrike" kern="1200" cap="none" spc="0" normalizeH="0" baseline="0" noProof="0">
                  <a:ln>
                    <a:noFill/>
                  </a:ln>
                  <a:solidFill>
                    <a:srgbClr val="009A44"/>
                  </a:solidFill>
                  <a:effectLst/>
                  <a:uLnTx/>
                  <a:uFillTx/>
                  <a:latin typeface="Open Sans"/>
                  <a:ea typeface="+mn-ea"/>
                  <a:cs typeface="Arial"/>
                </a:endParaRPr>
              </a:p>
            </p:txBody>
          </p:sp>
        </p:grpSp>
      </p:grpSp>
      <p:sp>
        <p:nvSpPr>
          <p:cNvPr id="23" name="Rectangle 22">
            <a:extLst>
              <a:ext uri="{FF2B5EF4-FFF2-40B4-BE49-F238E27FC236}">
                <a16:creationId xmlns:a16="http://schemas.microsoft.com/office/drawing/2014/main" id="{72DAEAF3-6101-4EDB-A4FD-54D9B66B32B3}"/>
              </a:ext>
            </a:extLst>
          </p:cNvPr>
          <p:cNvSpPr/>
          <p:nvPr/>
        </p:nvSpPr>
        <p:spPr>
          <a:xfrm>
            <a:off x="3606493" y="2706724"/>
            <a:ext cx="1828800" cy="2830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41" name="object 12">
            <a:extLst>
              <a:ext uri="{FF2B5EF4-FFF2-40B4-BE49-F238E27FC236}">
                <a16:creationId xmlns:a16="http://schemas.microsoft.com/office/drawing/2014/main" id="{A3F533DB-F8E4-46ED-8A7D-6C106087D81B}"/>
              </a:ext>
            </a:extLst>
          </p:cNvPr>
          <p:cNvSpPr txBox="1"/>
          <p:nvPr/>
        </p:nvSpPr>
        <p:spPr>
          <a:xfrm>
            <a:off x="3666083" y="2408135"/>
            <a:ext cx="1916111" cy="200696"/>
          </a:xfrm>
          <a:prstGeom prst="rect">
            <a:avLst/>
          </a:prstGeom>
          <a:solidFill>
            <a:schemeClr val="bg1"/>
          </a:solidFill>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kumimoji="0" lang="en-US" sz="1200" b="1" i="0" u="none" strike="noStrike" kern="1200" cap="none" spc="0" normalizeH="0" baseline="0" noProof="0" dirty="0">
                <a:ln>
                  <a:noFill/>
                </a:ln>
                <a:solidFill>
                  <a:srgbClr val="009A44"/>
                </a:solidFill>
                <a:effectLst/>
                <a:uLnTx/>
                <a:uFillTx/>
                <a:latin typeface="Open Sans"/>
                <a:ea typeface="+mn-ea"/>
                <a:cs typeface="Arial"/>
              </a:rPr>
              <a:t>WORK EXPERIENCE</a:t>
            </a:r>
            <a:endParaRPr kumimoji="0" lang="en-US" sz="1200" b="0" i="0" u="none" strike="noStrike" kern="1200" cap="none" spc="0" normalizeH="0" baseline="0" noProof="0" dirty="0">
              <a:ln>
                <a:noFill/>
              </a:ln>
              <a:solidFill>
                <a:srgbClr val="009A44"/>
              </a:solidFill>
              <a:effectLst/>
              <a:uLnTx/>
              <a:uFillTx/>
              <a:latin typeface="Open Sans"/>
              <a:ea typeface="+mn-ea"/>
              <a:cs typeface="Arial"/>
            </a:endParaRPr>
          </a:p>
        </p:txBody>
      </p:sp>
      <p:sp>
        <p:nvSpPr>
          <p:cNvPr id="28" name="Rectangle 27">
            <a:extLst>
              <a:ext uri="{FF2B5EF4-FFF2-40B4-BE49-F238E27FC236}">
                <a16:creationId xmlns:a16="http://schemas.microsoft.com/office/drawing/2014/main" id="{FD058013-26A9-4C4C-BAF6-E902D9BFC0F0}"/>
              </a:ext>
            </a:extLst>
          </p:cNvPr>
          <p:cNvSpPr/>
          <p:nvPr/>
        </p:nvSpPr>
        <p:spPr>
          <a:xfrm>
            <a:off x="3609245" y="5695609"/>
            <a:ext cx="18288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27" name="object 12">
            <a:extLst>
              <a:ext uri="{FF2B5EF4-FFF2-40B4-BE49-F238E27FC236}">
                <a16:creationId xmlns:a16="http://schemas.microsoft.com/office/drawing/2014/main" id="{698355FF-281D-43E6-ABF2-C9762F422AFA}"/>
              </a:ext>
            </a:extLst>
          </p:cNvPr>
          <p:cNvSpPr txBox="1"/>
          <p:nvPr/>
        </p:nvSpPr>
        <p:spPr>
          <a:xfrm>
            <a:off x="3724520" y="5823861"/>
            <a:ext cx="1916111" cy="200696"/>
          </a:xfrm>
          <a:prstGeom prst="rect">
            <a:avLst/>
          </a:prstGeom>
          <a:solidFill>
            <a:schemeClr val="bg1"/>
          </a:solidFill>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kumimoji="0" lang="en-US" sz="1200" b="1" i="0" u="none" strike="noStrike" kern="1200" cap="none" spc="0" normalizeH="0" baseline="0" noProof="0" dirty="0">
                <a:ln>
                  <a:noFill/>
                </a:ln>
                <a:solidFill>
                  <a:srgbClr val="009A44"/>
                </a:solidFill>
                <a:effectLst/>
                <a:uLnTx/>
                <a:uFillTx/>
                <a:latin typeface="Open Sans"/>
                <a:ea typeface="+mn-ea"/>
                <a:cs typeface="Arial"/>
              </a:rPr>
              <a:t>INDUSTRIES</a:t>
            </a:r>
          </a:p>
        </p:txBody>
      </p:sp>
      <p:sp>
        <p:nvSpPr>
          <p:cNvPr id="63" name="Title 1">
            <a:extLst>
              <a:ext uri="{FF2B5EF4-FFF2-40B4-BE49-F238E27FC236}">
                <a16:creationId xmlns:a16="http://schemas.microsoft.com/office/drawing/2014/main" id="{EE83CC4A-18A1-4541-B584-566F532BF005}"/>
              </a:ext>
            </a:extLst>
          </p:cNvPr>
          <p:cNvSpPr>
            <a:spLocks noGrp="1"/>
          </p:cNvSpPr>
          <p:nvPr>
            <p:ph type="title"/>
          </p:nvPr>
        </p:nvSpPr>
        <p:spPr>
          <a:xfrm>
            <a:off x="457200" y="639832"/>
            <a:ext cx="11106150" cy="479076"/>
          </a:xfrm>
        </p:spPr>
        <p:txBody>
          <a:bodyPr vert="horz" lIns="0" tIns="45720" rIns="0" bIns="0" rtlCol="0" anchor="b" anchorCtr="0">
            <a:noAutofit/>
          </a:bodyPr>
          <a:lstStyle/>
          <a:p>
            <a:br>
              <a:rPr lang="es-MX" dirty="0"/>
            </a:br>
            <a:br>
              <a:rPr lang="es-MX" dirty="0"/>
            </a:br>
            <a:br>
              <a:rPr lang="en-US" dirty="0"/>
            </a:br>
            <a:r>
              <a:rPr lang="es-MX" sz="2800" dirty="0">
                <a:latin typeface="Open Sans" panose="020B0606030504020204" pitchFamily="34" charset="0"/>
                <a:ea typeface="Open Sans" panose="020B0606030504020204" pitchFamily="34" charset="0"/>
                <a:cs typeface="Open Sans" panose="020B0606030504020204" pitchFamily="34" charset="0"/>
              </a:rPr>
              <a:t>Oscar Pérez Araya</a:t>
            </a:r>
            <a:endParaRPr lang="en-US" sz="3600" spc="-40" dirty="0">
              <a:latin typeface="Open Sans" panose="020B0606030504020204" pitchFamily="34" charset="0"/>
              <a:ea typeface="Open Sans" panose="020B0606030504020204" pitchFamily="34" charset="0"/>
              <a:cs typeface="Open Sans" panose="020B0606030504020204" pitchFamily="34" charset="0"/>
            </a:endParaRPr>
          </a:p>
        </p:txBody>
      </p:sp>
      <p:sp>
        <p:nvSpPr>
          <p:cNvPr id="65" name="Text Placeholder 6">
            <a:extLst>
              <a:ext uri="{FF2B5EF4-FFF2-40B4-BE49-F238E27FC236}">
                <a16:creationId xmlns:a16="http://schemas.microsoft.com/office/drawing/2014/main" id="{705A2186-6298-4ED9-B7CB-35D5F197346D}"/>
              </a:ext>
            </a:extLst>
          </p:cNvPr>
          <p:cNvSpPr txBox="1">
            <a:spLocks/>
          </p:cNvSpPr>
          <p:nvPr/>
        </p:nvSpPr>
        <p:spPr>
          <a:xfrm>
            <a:off x="457200" y="434413"/>
            <a:ext cx="8156448" cy="203200"/>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Clr>
                <a:schemeClr val="accent5"/>
              </a:buClr>
              <a:buSzPct val="75000"/>
              <a:buFont typeface="Arial" panose="020B0604020202020204" pitchFamily="34" charset="0"/>
              <a:buNone/>
              <a:defRPr lang="en-US" sz="900" b="1" kern="0" cap="all" spc="250" baseline="0" dirty="0">
                <a:solidFill>
                  <a:schemeClr val="bg1">
                    <a:lumMod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
                <a:srgbClr val="787878"/>
              </a:buClr>
              <a:buSzPct val="75000"/>
              <a:buFont typeface="Arial" panose="020B0604020202020204" pitchFamily="34" charset="0"/>
              <a:buNone/>
              <a:tabLst/>
              <a:defRPr/>
            </a:pPr>
            <a:r>
              <a:rPr kumimoji="0" lang="en-US" sz="900" b="1" i="0" u="none" strike="noStrike" kern="0" cap="all" spc="250" normalizeH="0" baseline="0" noProof="0">
                <a:ln>
                  <a:noFill/>
                </a:ln>
                <a:solidFill>
                  <a:srgbClr val="FFFFFF">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Operation excellence</a:t>
            </a:r>
          </a:p>
        </p:txBody>
      </p:sp>
      <p:sp>
        <p:nvSpPr>
          <p:cNvPr id="70" name="object 9">
            <a:extLst>
              <a:ext uri="{FF2B5EF4-FFF2-40B4-BE49-F238E27FC236}">
                <a16:creationId xmlns:a16="http://schemas.microsoft.com/office/drawing/2014/main" id="{BF1CAC68-0F79-4D7D-8A92-2A2F894A4470}"/>
              </a:ext>
            </a:extLst>
          </p:cNvPr>
          <p:cNvSpPr txBox="1"/>
          <p:nvPr/>
        </p:nvSpPr>
        <p:spPr>
          <a:xfrm>
            <a:off x="369083" y="5773994"/>
            <a:ext cx="3044483" cy="682238"/>
          </a:xfrm>
          <a:prstGeom prst="rect">
            <a:avLst/>
          </a:prstGeom>
        </p:spPr>
        <p:txBody>
          <a:bodyPr vert="horz" wrap="square" lIns="0" tIns="12700" rIns="0" bIns="0" rtlCol="0">
            <a:spAutoFit/>
          </a:bodyPr>
          <a:lstStyle/>
          <a:p>
            <a:pPr marL="12065" marR="0" lvl="0" indent="0" algn="l" defTabSz="914400" rtl="0" eaLnBrk="1" fontAlgn="auto" latinLnBrk="0" hangingPunct="1">
              <a:lnSpc>
                <a:spcPct val="100000"/>
              </a:lnSpc>
              <a:spcBef>
                <a:spcPts val="100"/>
              </a:spcBef>
              <a:spcAft>
                <a:spcPts val="0"/>
              </a:spcAft>
              <a:buClrTx/>
              <a:buSzTx/>
              <a:buFontTx/>
              <a:buNone/>
              <a:tabLst>
                <a:tab pos="184785" algn="l"/>
                <a:tab pos="185420" algn="l"/>
              </a:tabLst>
              <a:defRPr/>
            </a:pPr>
            <a:r>
              <a:rPr kumimoji="0" lang="en-US" sz="1100" b="1" i="0" u="none" strike="noStrike" kern="1200" cap="none" spc="0" normalizeH="0" baseline="0" noProof="0" dirty="0">
                <a:ln>
                  <a:noFill/>
                </a:ln>
                <a:solidFill>
                  <a:srgbClr val="6FC2B4"/>
                </a:solidFill>
                <a:effectLst/>
                <a:uLnTx/>
                <a:uFillTx/>
                <a:latin typeface="Open Sans" panose="020B0606030504020204" pitchFamily="34" charset="0"/>
                <a:ea typeface="Open Sans" panose="020B0606030504020204" pitchFamily="34" charset="0"/>
                <a:cs typeface="Open Sans" panose="020B0606030504020204" pitchFamily="34" charset="0"/>
              </a:rPr>
              <a:t>LANGUANGES</a:t>
            </a:r>
          </a:p>
          <a:p>
            <a:pPr marL="183515" marR="0" lvl="0" indent="-171450" algn="l" defTabSz="914400" rtl="0" eaLnBrk="1" fontAlgn="auto" latinLnBrk="0" hangingPunct="1">
              <a:lnSpc>
                <a:spcPct val="100000"/>
              </a:lnSpc>
              <a:spcBef>
                <a:spcPts val="100"/>
              </a:spcBef>
              <a:spcAft>
                <a:spcPts val="0"/>
              </a:spcAft>
              <a:buClr>
                <a:srgbClr val="009A44"/>
              </a:buClr>
              <a:buSzPct val="140000"/>
              <a:buFont typeface="Arial" panose="020B0604020202020204" pitchFamily="34" charset="0"/>
              <a:buChar char="•"/>
              <a:tabLst>
                <a:tab pos="184785" algn="l"/>
                <a:tab pos="185420" algn="l"/>
              </a:tabLst>
              <a:defRPr/>
            </a:pPr>
            <a:r>
              <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English – Advanced</a:t>
            </a:r>
          </a:p>
          <a:p>
            <a:pPr marL="183515" marR="0" lvl="0" indent="-171450" algn="l" defTabSz="914400" rtl="0" eaLnBrk="1" fontAlgn="auto" latinLnBrk="0" hangingPunct="1">
              <a:lnSpc>
                <a:spcPct val="100000"/>
              </a:lnSpc>
              <a:spcBef>
                <a:spcPts val="100"/>
              </a:spcBef>
              <a:spcAft>
                <a:spcPts val="0"/>
              </a:spcAft>
              <a:buClr>
                <a:srgbClr val="009A44"/>
              </a:buClr>
              <a:buSzPct val="140000"/>
              <a:buFont typeface="Arial" panose="020B0604020202020204" pitchFamily="34" charset="0"/>
              <a:buChar char="•"/>
              <a:tabLst>
                <a:tab pos="184785" algn="l"/>
                <a:tab pos="185420" algn="l"/>
              </a:tabLst>
              <a:defRPr/>
            </a:pPr>
            <a:r>
              <a:rPr lang="en-US" sz="1000" dirty="0">
                <a:solidFill>
                  <a:prstClr val="black"/>
                </a:solidFill>
                <a:latin typeface="Open Sans" panose="020B0606030504020204" pitchFamily="34" charset="0"/>
                <a:ea typeface="Open Sans" panose="020B0606030504020204" pitchFamily="34" charset="0"/>
                <a:cs typeface="Open Sans" panose="020B0606030504020204" pitchFamily="34" charset="0"/>
              </a:rPr>
              <a:t>Spanish - Native</a:t>
            </a:r>
            <a:endPar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12065" marR="0" lvl="0" indent="0" algn="l" defTabSz="914400" rtl="0" eaLnBrk="1" fontAlgn="auto" latinLnBrk="0" hangingPunct="1">
              <a:lnSpc>
                <a:spcPct val="100000"/>
              </a:lnSpc>
              <a:spcBef>
                <a:spcPts val="100"/>
              </a:spcBef>
              <a:spcAft>
                <a:spcPts val="0"/>
              </a:spcAft>
              <a:buClr>
                <a:srgbClr val="009A44"/>
              </a:buClr>
              <a:buSzPct val="140000"/>
              <a:buFontTx/>
              <a:buNone/>
              <a:tabLst>
                <a:tab pos="184785" algn="l"/>
                <a:tab pos="185420" algn="l"/>
              </a:tabLst>
              <a:defRPr/>
            </a:pPr>
            <a:endPar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73" name="TextBox 72">
            <a:extLst>
              <a:ext uri="{FF2B5EF4-FFF2-40B4-BE49-F238E27FC236}">
                <a16:creationId xmlns:a16="http://schemas.microsoft.com/office/drawing/2014/main" id="{E2F105EE-6961-4448-A99A-801AAF455100}"/>
              </a:ext>
            </a:extLst>
          </p:cNvPr>
          <p:cNvSpPr txBox="1"/>
          <p:nvPr/>
        </p:nvSpPr>
        <p:spPr>
          <a:xfrm>
            <a:off x="3600882" y="1568341"/>
            <a:ext cx="8201795" cy="707886"/>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Open Sans" panose="020B0606030504020204" pitchFamily="34" charset="0"/>
                <a:ea typeface="Open Sans" panose="020B0606030504020204" pitchFamily="34" charset="0"/>
                <a:cs typeface="Open Sans" panose="020B0606030504020204" pitchFamily="34" charset="0"/>
              </a:rPr>
              <a:t>Oscar Pérez is an Engineering AI &amp; Data Practice Manager within Advisory and Consulting, based in San José, Costa Rica. He brings over 15 years of professional experience, with a strong focus on the technology sector and other key industries. He has extensive experience managing IT projects and is recognized for building and maintaining strong client relationships. Additionally, he has more than 10 years of hands-on experience in web development, working with a wide range of technologies and tools.</a:t>
            </a:r>
          </a:p>
        </p:txBody>
      </p:sp>
      <p:sp>
        <p:nvSpPr>
          <p:cNvPr id="31" name="Text Placeholder 12">
            <a:extLst>
              <a:ext uri="{FF2B5EF4-FFF2-40B4-BE49-F238E27FC236}">
                <a16:creationId xmlns:a16="http://schemas.microsoft.com/office/drawing/2014/main" id="{C97CD7B8-A0C7-4B5B-9122-0C6E526AB490}"/>
              </a:ext>
            </a:extLst>
          </p:cNvPr>
          <p:cNvSpPr txBox="1">
            <a:spLocks/>
          </p:cNvSpPr>
          <p:nvPr/>
        </p:nvSpPr>
        <p:spPr>
          <a:xfrm>
            <a:off x="3654118" y="6099101"/>
            <a:ext cx="3785068" cy="505228"/>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000"/>
              </a:spcBef>
              <a:spcAft>
                <a:spcPts val="0"/>
              </a:spcAft>
              <a:buClr>
                <a:srgbClr val="5B9BD5"/>
              </a:buClr>
              <a:buSzPct val="140000"/>
              <a:buFont typeface="Courier New" panose="02070309020205020404" pitchFamily="49" charset="0"/>
              <a:buChar char="o"/>
              <a:tabLst/>
              <a:defRPr/>
            </a:pPr>
            <a:r>
              <a:rPr kumimoji="0" lang="es-MX" sz="1000" b="0" i="0" u="none" strike="noStrike" kern="1200" cap="none" spc="-30" normalizeH="0" baseline="0" noProof="0" dirty="0" err="1">
                <a:ln>
                  <a:noFill/>
                </a:ln>
                <a:solidFill>
                  <a:srgbClr val="091D09"/>
                </a:solidFill>
                <a:effectLst/>
                <a:uLnTx/>
                <a:uFillTx/>
                <a:latin typeface="Open Sans" panose="020B0606030504020204" pitchFamily="34" charset="0"/>
                <a:ea typeface="Open Sans" panose="020B0606030504020204" pitchFamily="34" charset="0"/>
                <a:cs typeface="Open Sans" panose="020B0606030504020204" pitchFamily="34" charset="0"/>
              </a:rPr>
              <a:t>Technology</a:t>
            </a:r>
            <a:r>
              <a:rPr kumimoji="0" lang="es-MX" sz="1000" b="0" i="0" u="none" strike="noStrike" kern="1200" cap="none" spc="-30" normalizeH="0" baseline="0" noProof="0" dirty="0">
                <a:ln>
                  <a:noFill/>
                </a:ln>
                <a:solidFill>
                  <a:srgbClr val="091D09"/>
                </a:solidFill>
                <a:effectLst/>
                <a:uLnTx/>
                <a:uFillTx/>
                <a:latin typeface="Open Sans" panose="020B0606030504020204" pitchFamily="34" charset="0"/>
                <a:ea typeface="Open Sans" panose="020B0606030504020204" pitchFamily="34" charset="0"/>
                <a:cs typeface="Open Sans" panose="020B0606030504020204" pitchFamily="34" charset="0"/>
              </a:rPr>
              <a:t> sector</a:t>
            </a:r>
          </a:p>
          <a:p>
            <a:pPr marL="228600" marR="0" lvl="0" indent="-228600" algn="l" defTabSz="914400" rtl="0" eaLnBrk="1" fontAlgn="auto" latinLnBrk="0" hangingPunct="1">
              <a:lnSpc>
                <a:spcPct val="100000"/>
              </a:lnSpc>
              <a:spcBef>
                <a:spcPts val="1000"/>
              </a:spcBef>
              <a:spcAft>
                <a:spcPts val="0"/>
              </a:spcAft>
              <a:buClr>
                <a:srgbClr val="5B9BD5"/>
              </a:buClr>
              <a:buSzPct val="140000"/>
              <a:buFont typeface="Courier New" panose="02070309020205020404" pitchFamily="49" charset="0"/>
              <a:buChar char="o"/>
              <a:tabLst/>
              <a:defRPr/>
            </a:pPr>
            <a:r>
              <a:rPr kumimoji="0" lang="es-MX" sz="1000" b="0" i="0" u="none" strike="noStrike" kern="1200" cap="none" spc="-30" normalizeH="0" baseline="0" noProof="0" dirty="0">
                <a:ln>
                  <a:noFill/>
                </a:ln>
                <a:solidFill>
                  <a:srgbClr val="091D09"/>
                </a:solidFill>
                <a:effectLst/>
                <a:uLnTx/>
                <a:uFillTx/>
                <a:latin typeface="Open Sans" panose="020B0606030504020204" pitchFamily="34" charset="0"/>
                <a:ea typeface="Open Sans" panose="020B0606030504020204" pitchFamily="34" charset="0"/>
                <a:cs typeface="Open Sans" panose="020B0606030504020204" pitchFamily="34" charset="0"/>
              </a:rPr>
              <a:t>Software </a:t>
            </a:r>
            <a:r>
              <a:rPr kumimoji="0" lang="es-MX" sz="1000" b="0" i="0" u="none" strike="noStrike" kern="1200" cap="none" spc="-30" normalizeH="0" baseline="0" noProof="0" dirty="0" err="1">
                <a:ln>
                  <a:noFill/>
                </a:ln>
                <a:solidFill>
                  <a:srgbClr val="091D09"/>
                </a:solidFill>
                <a:effectLst/>
                <a:uLnTx/>
                <a:uFillTx/>
                <a:latin typeface="Open Sans" panose="020B0606030504020204" pitchFamily="34" charset="0"/>
                <a:ea typeface="Open Sans" panose="020B0606030504020204" pitchFamily="34" charset="0"/>
                <a:cs typeface="Open Sans" panose="020B0606030504020204" pitchFamily="34" charset="0"/>
              </a:rPr>
              <a:t>development</a:t>
            </a:r>
            <a:endParaRPr kumimoji="0" lang="es-ES_tradnl" sz="1000" b="0" i="0" u="none" strike="noStrike" kern="1200" cap="none" spc="-30" normalizeH="0" baseline="0" noProof="0" dirty="0">
              <a:ln>
                <a:noFill/>
              </a:ln>
              <a:solidFill>
                <a:srgbClr val="091D09"/>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3">
            <a:extLst>
              <a:ext uri="{FF2B5EF4-FFF2-40B4-BE49-F238E27FC236}">
                <a16:creationId xmlns:a16="http://schemas.microsoft.com/office/drawing/2014/main" id="{11652440-1012-ABEB-CA94-ACEB3A8581B4}"/>
              </a:ext>
            </a:extLst>
          </p:cNvPr>
          <p:cNvSpPr txBox="1">
            <a:spLocks/>
          </p:cNvSpPr>
          <p:nvPr/>
        </p:nvSpPr>
        <p:spPr>
          <a:xfrm>
            <a:off x="1766990" y="1492847"/>
            <a:ext cx="1559432" cy="77410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09A44"/>
                </a:solidFill>
                <a:effectLst/>
                <a:uLnTx/>
                <a:uFillTx/>
                <a:latin typeface="Open Sans" panose="020B0606030504020204" pitchFamily="34" charset="0"/>
                <a:ea typeface="Open Sans" panose="020B0606030504020204" pitchFamily="34" charset="0"/>
                <a:cs typeface="Open Sans" panose="020B0606030504020204" pitchFamily="34" charset="0"/>
              </a:rPr>
              <a:t>Senior Specialist</a:t>
            </a:r>
            <a:endParaRPr kumimoji="0" lang="en-US" sz="1100" b="0" i="0" u="none" strike="noStrike" kern="1200" cap="none" spc="0" normalizeH="0" baseline="0" noProof="0" dirty="0">
              <a:ln>
                <a:noFill/>
              </a:ln>
              <a:solidFill>
                <a:srgbClr val="009A44"/>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Engineering, AI &amp; Data</a:t>
            </a:r>
            <a:endParaRPr kumimoji="0" lang="en-US" sz="24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3DD3490F-B650-2337-D9CC-7EA7F9D85E50}"/>
              </a:ext>
            </a:extLst>
          </p:cNvPr>
          <p:cNvSpPr txBox="1"/>
          <p:nvPr/>
        </p:nvSpPr>
        <p:spPr>
          <a:xfrm>
            <a:off x="3591825" y="2644732"/>
            <a:ext cx="8201795" cy="3016210"/>
          </a:xfrm>
          <a:prstGeom prst="rect">
            <a:avLst/>
          </a:prstGeom>
          <a:noFill/>
        </p:spPr>
        <p:txBody>
          <a:bodyPr wrap="square">
            <a:spAutoFit/>
          </a:bodyPr>
          <a:lstStyle/>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6FC2B4"/>
                </a:solidFill>
                <a:effectLst/>
                <a:uLnTx/>
                <a:uFillTx/>
                <a:latin typeface="Open Sans" panose="020B0606030504020204" pitchFamily="34" charset="0"/>
                <a:ea typeface="Open Sans" panose="020B0606030504020204" pitchFamily="34" charset="0"/>
                <a:cs typeface="Open Sans" panose="020B0606030504020204" pitchFamily="34" charset="0"/>
              </a:rPr>
              <a:t>Multi-Industry Technology Project Management</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Led technology projects across multiple industries</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Managed full lifecycle from initiation to closure</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Coordinated resources and execution</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Ensured successful project delivery</a:t>
            </a:r>
            <a:endParaRPr kumimoji="0" lang="en-US" sz="10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just" defTabSz="914400" rtl="0" eaLnBrk="1" fontAlgn="base"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6FC2B4"/>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6FC2B4"/>
                </a:solidFill>
                <a:effectLst/>
                <a:uLnTx/>
                <a:uFillTx/>
                <a:latin typeface="Open Sans" panose="020B0606030504020204" pitchFamily="34" charset="0"/>
                <a:ea typeface="Open Sans" panose="020B0606030504020204" pitchFamily="34" charset="0"/>
                <a:cs typeface="Open Sans" panose="020B0606030504020204" pitchFamily="34" charset="0"/>
              </a:rPr>
              <a:t>Enterprise Architecture and Solution Design </a:t>
            </a:r>
          </a:p>
          <a:p>
            <a:pPr marL="171450" marR="0" lvl="0" indent="-171450" algn="l" defTabSz="1217613" rtl="0" eaLnBrk="0" fontAlgn="base" latinLnBrk="0" hangingPunct="0">
              <a:lnSpc>
                <a:spcPct val="100000"/>
              </a:lnSpc>
              <a:spcBef>
                <a:spcPts val="200"/>
              </a:spcBef>
              <a:spcAft>
                <a:spcPct val="0"/>
              </a:spcAft>
              <a:buClr>
                <a:srgbClr val="009A44"/>
              </a:buClr>
              <a:buSzPct val="140000"/>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Defined system architecture and infrastructure</a:t>
            </a:r>
          </a:p>
          <a:p>
            <a:pPr marL="171450" marR="0" lvl="0" indent="-171450" algn="l" defTabSz="1217613" rtl="0" eaLnBrk="0" fontAlgn="base" latinLnBrk="0" hangingPunct="0">
              <a:lnSpc>
                <a:spcPct val="100000"/>
              </a:lnSpc>
              <a:spcBef>
                <a:spcPts val="200"/>
              </a:spcBef>
              <a:spcAft>
                <a:spcPct val="0"/>
              </a:spcAft>
              <a:buClr>
                <a:srgbClr val="009A44"/>
              </a:buClr>
              <a:buSzPct val="140000"/>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Translated business requirements into scalable solutions</a:t>
            </a:r>
          </a:p>
          <a:p>
            <a:pPr marL="171450" marR="0" lvl="0" indent="-171450" algn="l" defTabSz="1217613" rtl="0" eaLnBrk="0" fontAlgn="base" latinLnBrk="0" hangingPunct="0">
              <a:lnSpc>
                <a:spcPct val="100000"/>
              </a:lnSpc>
              <a:spcBef>
                <a:spcPts val="200"/>
              </a:spcBef>
              <a:spcAft>
                <a:spcPct val="0"/>
              </a:spcAft>
              <a:buClr>
                <a:srgbClr val="009A44"/>
              </a:buClr>
              <a:buSzPct val="140000"/>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Designed effective enterprise-level solutions</a:t>
            </a:r>
          </a:p>
          <a:p>
            <a:pPr marL="171450" marR="0" lvl="0" indent="-171450" algn="l" defTabSz="1217613" rtl="0" eaLnBrk="0" fontAlgn="base" latinLnBrk="0" hangingPunct="0">
              <a:lnSpc>
                <a:spcPct val="100000"/>
              </a:lnSpc>
              <a:spcBef>
                <a:spcPts val="200"/>
              </a:spcBef>
              <a:spcAft>
                <a:spcPct val="0"/>
              </a:spcAft>
              <a:buClr>
                <a:srgbClr val="009A44"/>
              </a:buClr>
              <a:buSzPct val="140000"/>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Worked in complex multi-industry environments</a:t>
            </a:r>
            <a:endParaRPr lang="en-US" sz="8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gn="just" fontAlgn="base">
              <a:defRPr/>
            </a:pPr>
            <a:endPar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a:p>
            <a:pPr algn="just" fontAlgn="base">
              <a:defRPr/>
            </a:pPr>
            <a:r>
              <a:rPr lang="en-US" sz="10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Web Development and Services Integration</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n-US" sz="1000" dirty="0">
                <a:solidFill>
                  <a:prstClr val="black"/>
                </a:solidFill>
                <a:latin typeface="Open Sans" panose="020B0606030504020204" pitchFamily="34" charset="0"/>
                <a:ea typeface="Open Sans" panose="020B0606030504020204" pitchFamily="34" charset="0"/>
                <a:cs typeface="Open Sans" panose="020B0606030504020204" pitchFamily="34" charset="0"/>
              </a:rPr>
              <a:t>Developed web applications using modern technologies (.NET, Angular, etc.)</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n-US" sz="1000" dirty="0">
                <a:solidFill>
                  <a:prstClr val="black"/>
                </a:solidFill>
                <a:latin typeface="Open Sans" panose="020B0606030504020204" pitchFamily="34" charset="0"/>
                <a:ea typeface="Open Sans" panose="020B0606030504020204" pitchFamily="34" charset="0"/>
                <a:cs typeface="Open Sans" panose="020B0606030504020204" pitchFamily="34" charset="0"/>
              </a:rPr>
              <a:t>Implemented APIs, SOAP services, and microservices</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n-US" sz="1000" dirty="0">
                <a:solidFill>
                  <a:prstClr val="black"/>
                </a:solidFill>
                <a:latin typeface="Open Sans" panose="020B0606030504020204" pitchFamily="34" charset="0"/>
                <a:ea typeface="Open Sans" panose="020B0606030504020204" pitchFamily="34" charset="0"/>
                <a:cs typeface="Open Sans" panose="020B0606030504020204" pitchFamily="34" charset="0"/>
              </a:rPr>
              <a:t>Integrated systems using distributed architectures</a:t>
            </a:r>
          </a:p>
          <a:p>
            <a:pPr marL="171450" indent="-171450" defTabSz="1217613" eaLnBrk="0" fontAlgn="base" hangingPunct="0">
              <a:spcBef>
                <a:spcPts val="200"/>
              </a:spcBef>
              <a:spcAft>
                <a:spcPct val="0"/>
              </a:spcAft>
              <a:buClr>
                <a:srgbClr val="009A44"/>
              </a:buClr>
              <a:buSzPct val="140000"/>
              <a:buFont typeface="Courier New" panose="02070309020205020404" pitchFamily="49" charset="0"/>
              <a:buChar char="o"/>
              <a:defRPr/>
            </a:pPr>
            <a:r>
              <a:rPr lang="en-US" sz="1000" dirty="0">
                <a:solidFill>
                  <a:prstClr val="black"/>
                </a:solidFill>
                <a:latin typeface="Open Sans" panose="020B0606030504020204" pitchFamily="34" charset="0"/>
                <a:ea typeface="Open Sans" panose="020B0606030504020204" pitchFamily="34" charset="0"/>
                <a:cs typeface="Open Sans" panose="020B0606030504020204" pitchFamily="34" charset="0"/>
              </a:rPr>
              <a:t>Utilized multiple tools and frameworks</a:t>
            </a:r>
            <a:endParaRPr kumimoji="0" lang="en-US" sz="800" b="1" i="0" u="none" strike="noStrike" kern="1200" cap="none" spc="0" normalizeH="0" baseline="0" noProof="0" dirty="0">
              <a:ln>
                <a:noFill/>
              </a:ln>
              <a:solidFill>
                <a:srgbClr val="6FC2B4"/>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Placeholder 20">
            <a:extLst>
              <a:ext uri="{FF2B5EF4-FFF2-40B4-BE49-F238E27FC236}">
                <a16:creationId xmlns:a16="http://schemas.microsoft.com/office/drawing/2014/main" id="{87B903DF-F8C5-7425-00D5-412CCB2A6325}"/>
              </a:ext>
            </a:extLst>
          </p:cNvPr>
          <p:cNvSpPr txBox="1">
            <a:spLocks/>
          </p:cNvSpPr>
          <p:nvPr/>
        </p:nvSpPr>
        <p:spPr>
          <a:xfrm>
            <a:off x="231929" y="2989820"/>
            <a:ext cx="3359896" cy="2986326"/>
          </a:xfrm>
          <a:prstGeom prst="rect">
            <a:avLst/>
          </a:prstGeom>
        </p:spPr>
        <p:txBody>
          <a:bodyPr>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20000"/>
              </a:lnSpc>
              <a:spcBef>
                <a:spcPts val="200"/>
              </a:spcBef>
              <a:spcAft>
                <a:spcPct val="0"/>
              </a:spcAft>
              <a:buClr>
                <a:srgbClr val="009A44"/>
              </a:buClr>
              <a:buSzPct val="140000"/>
              <a:buFont typeface="Arial" panose="020B0604020202020204" pitchFamily="34" charset="0"/>
              <a:buChar char="•"/>
              <a:tabLst/>
              <a:defRPr/>
            </a:pPr>
            <a:r>
              <a:rPr kumimoji="0" lang="en-US" altLang="es-MX"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Project management</a:t>
            </a:r>
          </a:p>
          <a:p>
            <a:pPr marL="228600" marR="0" lvl="0" indent="-228600" algn="l" defTabSz="914400" rtl="0" eaLnBrk="1" fontAlgn="auto" latinLnBrk="0" hangingPunct="1">
              <a:lnSpc>
                <a:spcPct val="120000"/>
              </a:lnSpc>
              <a:spcBef>
                <a:spcPts val="200"/>
              </a:spcBef>
              <a:spcAft>
                <a:spcPct val="0"/>
              </a:spcAft>
              <a:buClr>
                <a:srgbClr val="009A44"/>
              </a:buClr>
              <a:buSzPct val="140000"/>
              <a:buFont typeface="Arial" panose="020B0604020202020204" pitchFamily="34" charset="0"/>
              <a:buChar char="•"/>
              <a:tabLst/>
              <a:defRPr/>
            </a:pPr>
            <a:r>
              <a:rPr kumimoji="0" lang="en-US" altLang="es-MX"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Client engagement</a:t>
            </a:r>
          </a:p>
          <a:p>
            <a:pPr marL="228600" marR="0" lvl="0" indent="-228600" algn="l" defTabSz="914400" rtl="0" eaLnBrk="1" fontAlgn="auto" latinLnBrk="0" hangingPunct="1">
              <a:lnSpc>
                <a:spcPct val="120000"/>
              </a:lnSpc>
              <a:spcBef>
                <a:spcPts val="200"/>
              </a:spcBef>
              <a:spcAft>
                <a:spcPct val="0"/>
              </a:spcAft>
              <a:buClr>
                <a:srgbClr val="009A44"/>
              </a:buClr>
              <a:buSzPct val="140000"/>
              <a:buFont typeface="Arial" panose="020B0604020202020204" pitchFamily="34" charset="0"/>
              <a:buChar char="•"/>
              <a:tabLst/>
              <a:defRPr/>
            </a:pPr>
            <a:r>
              <a:rPr kumimoji="0" lang="en-US" altLang="es-MX"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Solution architecture</a:t>
            </a:r>
          </a:p>
          <a:p>
            <a:pPr marL="228600" marR="0" lvl="0" indent="-228600" algn="l" defTabSz="914400" rtl="0" eaLnBrk="1" fontAlgn="auto" latinLnBrk="0" hangingPunct="1">
              <a:lnSpc>
                <a:spcPct val="120000"/>
              </a:lnSpc>
              <a:spcBef>
                <a:spcPts val="200"/>
              </a:spcBef>
              <a:spcAft>
                <a:spcPct val="0"/>
              </a:spcAft>
              <a:buClr>
                <a:srgbClr val="009A44"/>
              </a:buClr>
              <a:buSzPct val="140000"/>
              <a:buFont typeface="Arial" panose="020B0604020202020204" pitchFamily="34" charset="0"/>
              <a:buChar char="•"/>
              <a:tabLst/>
              <a:defRPr/>
            </a:pPr>
            <a:r>
              <a:rPr kumimoji="0" lang="en-US" altLang="es-MX"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Technology integration</a:t>
            </a:r>
            <a:endParaRPr kumimoji="0" lang="es-MX" altLang="es-MX"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indent="0" fontAlgn="base">
              <a:buNone/>
            </a:pPr>
            <a:r>
              <a:rPr lang="en-US" sz="3200" dirty="0">
                <a:solidFill>
                  <a:srgbClr val="009A44"/>
                </a:solidFill>
                <a:latin typeface="Open Sans" panose="020B0606030504020204" pitchFamily="34" charset="0"/>
                <a:ea typeface="Open Sans" panose="020B0606030504020204" pitchFamily="34" charset="0"/>
                <a:cs typeface="Open Sans" panose="020B0606030504020204" pitchFamily="34" charset="0"/>
              </a:rPr>
              <a:t>​</a:t>
            </a:r>
            <a:r>
              <a:rPr lang="en-US" sz="3200" b="1" dirty="0">
                <a:solidFill>
                  <a:srgbClr val="009A44"/>
                </a:solidFill>
                <a:latin typeface="Open Sans" panose="020B0606030504020204" pitchFamily="34" charset="0"/>
                <a:ea typeface="Open Sans" panose="020B0606030504020204" pitchFamily="34" charset="0"/>
                <a:cs typeface="Open Sans" panose="020B0606030504020204" pitchFamily="34" charset="0"/>
              </a:rPr>
              <a:t> </a:t>
            </a:r>
            <a:r>
              <a:rPr lang="en-US" sz="3400" b="1" dirty="0">
                <a:solidFill>
                  <a:srgbClr val="6FC2B4"/>
                </a:solidFill>
                <a:latin typeface="Open Sans" panose="020B0606030504020204" pitchFamily="34" charset="0"/>
                <a:ea typeface="Open Sans" panose="020B0606030504020204" pitchFamily="34" charset="0"/>
                <a:cs typeface="Open Sans" panose="020B0606030504020204" pitchFamily="34" charset="0"/>
              </a:rPr>
              <a:t>Technologies</a:t>
            </a:r>
            <a:endParaRPr lang="en-US" sz="3400" dirty="0">
              <a:solidFill>
                <a:srgbClr val="6FC2B4"/>
              </a:solidFill>
              <a:latin typeface="Open Sans" panose="020B0606030504020204" pitchFamily="34" charset="0"/>
              <a:ea typeface="Open Sans" panose="020B0606030504020204" pitchFamily="34" charset="0"/>
              <a:cs typeface="Open Sans" panose="020B0606030504020204" pitchFamily="34" charset="0"/>
            </a:endParaRPr>
          </a:p>
          <a:p>
            <a:pPr marL="0" indent="0">
              <a:lnSpc>
                <a:spcPct val="120000"/>
              </a:lnSpc>
              <a:buNone/>
            </a:pPr>
            <a:r>
              <a:rPr lang="es-MX" sz="3100" dirty="0">
                <a:latin typeface="Open Sans" panose="020B0606030504020204" pitchFamily="34" charset="0"/>
                <a:ea typeface="Open Sans" panose="020B0606030504020204" pitchFamily="34" charset="0"/>
                <a:cs typeface="Open Sans" panose="020B0606030504020204" pitchFamily="34" charset="0"/>
              </a:rPr>
              <a:t>.NET, C#, Angular, JavaScript, REST </a:t>
            </a:r>
            <a:r>
              <a:rPr lang="es-MX" sz="3100" dirty="0" err="1">
                <a:latin typeface="Open Sans" panose="020B0606030504020204" pitchFamily="34" charset="0"/>
                <a:ea typeface="Open Sans" panose="020B0606030504020204" pitchFamily="34" charset="0"/>
                <a:cs typeface="Open Sans" panose="020B0606030504020204" pitchFamily="34" charset="0"/>
              </a:rPr>
              <a:t>APIs</a:t>
            </a:r>
            <a:r>
              <a:rPr lang="es-MX" sz="3100" dirty="0">
                <a:latin typeface="Open Sans" panose="020B0606030504020204" pitchFamily="34" charset="0"/>
                <a:ea typeface="Open Sans" panose="020B0606030504020204" pitchFamily="34" charset="0"/>
                <a:cs typeface="Open Sans" panose="020B0606030504020204" pitchFamily="34" charset="0"/>
              </a:rPr>
              <a:t>, </a:t>
            </a:r>
            <a:r>
              <a:rPr lang="es-MX" sz="3100" dirty="0" err="1">
                <a:latin typeface="Open Sans" panose="020B0606030504020204" pitchFamily="34" charset="0"/>
                <a:ea typeface="Open Sans" panose="020B0606030504020204" pitchFamily="34" charset="0"/>
                <a:cs typeface="Open Sans" panose="020B0606030504020204" pitchFamily="34" charset="0"/>
              </a:rPr>
              <a:t>Microservices</a:t>
            </a:r>
            <a:r>
              <a:rPr lang="es-MX" sz="3100" dirty="0">
                <a:latin typeface="Open Sans" panose="020B0606030504020204" pitchFamily="34" charset="0"/>
                <a:ea typeface="Open Sans" panose="020B0606030504020204" pitchFamily="34" charset="0"/>
                <a:cs typeface="Open Sans" panose="020B0606030504020204" pitchFamily="34" charset="0"/>
              </a:rPr>
              <a:t>, Docker, SQL Server, Oracle, Power BI</a:t>
            </a:r>
          </a:p>
          <a:p>
            <a:pPr marL="0" indent="0">
              <a:lnSpc>
                <a:spcPct val="120000"/>
              </a:lnSpc>
              <a:buNone/>
            </a:pPr>
            <a:r>
              <a:rPr kumimoji="0" lang="en-US" sz="2800" b="0" i="0" u="none" strike="noStrike" kern="1200" cap="none" spc="0" normalizeH="0" baseline="0" noProof="0" dirty="0">
                <a:ln>
                  <a:noFill/>
                </a:ln>
                <a:solidFill>
                  <a:srgbClr val="009A44"/>
                </a:solidFill>
                <a:effectLst/>
                <a:uLnTx/>
                <a:uFillTx/>
                <a:latin typeface="Open Sans" panose="020B0606030504020204" pitchFamily="34" charset="0"/>
                <a:ea typeface="Open Sans" panose="020B0606030504020204" pitchFamily="34" charset="0"/>
                <a:cs typeface="Open Sans" panose="020B0606030504020204" pitchFamily="34" charset="0"/>
              </a:rPr>
              <a:t>​</a:t>
            </a:r>
            <a:r>
              <a:rPr kumimoji="0" lang="en-US" sz="2800" b="1" i="0" u="none" strike="noStrike" kern="1200" cap="none" spc="0" normalizeH="0" baseline="0" noProof="0" dirty="0">
                <a:ln>
                  <a:noFill/>
                </a:ln>
                <a:solidFill>
                  <a:srgbClr val="009A44"/>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3400" b="1" i="0" u="none" strike="noStrike" kern="1200" cap="none" spc="0" normalizeH="0" baseline="0" noProof="0" dirty="0">
                <a:ln>
                  <a:noFill/>
                </a:ln>
                <a:solidFill>
                  <a:srgbClr val="6FC2B4"/>
                </a:solidFill>
                <a:effectLst/>
                <a:uLnTx/>
                <a:uFillTx/>
                <a:latin typeface="Open Sans" panose="020B0606030504020204" pitchFamily="34" charset="0"/>
                <a:ea typeface="Open Sans" panose="020B0606030504020204" pitchFamily="34" charset="0"/>
                <a:cs typeface="Open Sans" panose="020B0606030504020204" pitchFamily="34" charset="0"/>
              </a:rPr>
              <a:t>EDUCATION</a:t>
            </a:r>
            <a:endParaRPr kumimoji="0" lang="en-US" sz="3400" b="0" i="0" u="none" strike="noStrike" kern="1200" cap="none" spc="0" normalizeH="0" baseline="0" noProof="0" dirty="0">
              <a:ln>
                <a:noFill/>
              </a:ln>
              <a:solidFill>
                <a:srgbClr val="6FC2B4"/>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US"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Bachelor’s in Systems Engineering – Universidad </a:t>
            </a:r>
            <a:r>
              <a:rPr kumimoji="0" lang="en-US" sz="3100" b="0" i="0" u="none" strike="noStrike" kern="1200" cap="none" spc="0" normalizeH="0" baseline="0" noProof="0" dirty="0" err="1">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Hispanoamericana</a:t>
            </a:r>
            <a:r>
              <a:rPr kumimoji="0" lang="en-US"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 (2012)</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endParaRPr lang="en-US" sz="3100" dirty="0">
              <a:solidFill>
                <a:prstClr val="black"/>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US" sz="3400" b="1" i="0" u="none" strike="noStrike" kern="1200" cap="none" spc="0" normalizeH="0" baseline="0" noProof="0" dirty="0">
                <a:ln>
                  <a:noFill/>
                </a:ln>
                <a:solidFill>
                  <a:srgbClr val="6FC2B4"/>
                </a:solidFill>
                <a:effectLst/>
                <a:uLnTx/>
                <a:uFillTx/>
                <a:latin typeface="Open Sans" panose="020B0606030504020204" pitchFamily="34" charset="0"/>
                <a:ea typeface="Open Sans" panose="020B0606030504020204" pitchFamily="34" charset="0"/>
                <a:cs typeface="Open Sans" panose="020B0606030504020204" pitchFamily="34" charset="0"/>
              </a:rPr>
              <a:t>CERTIFICATIONS</a:t>
            </a:r>
          </a:p>
          <a:p>
            <a:pPr marL="228600" marR="0" lvl="0" indent="-228600" algn="l" defTabSz="914400" rtl="0" eaLnBrk="1" fontAlgn="auto" latinLnBrk="0" hangingPunct="1">
              <a:lnSpc>
                <a:spcPct val="120000"/>
              </a:lnSpc>
              <a:spcBef>
                <a:spcPts val="200"/>
              </a:spcBef>
              <a:spcAft>
                <a:spcPct val="0"/>
              </a:spcAft>
              <a:buClr>
                <a:srgbClr val="009A44"/>
              </a:buClr>
              <a:buSzPct val="140000"/>
              <a:buFont typeface="Arial" panose="020B0604020202020204" pitchFamily="34" charset="0"/>
              <a:buChar char="•"/>
              <a:tabLst/>
              <a:defRPr/>
            </a:pPr>
            <a:r>
              <a:rPr kumimoji="0" lang="es-MX"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Scrum Master</a:t>
            </a:r>
            <a:endParaRPr kumimoji="0" lang="en-US" sz="3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pic>
        <p:nvPicPr>
          <p:cNvPr id="3" name="Imagen 2">
            <a:extLst>
              <a:ext uri="{FF2B5EF4-FFF2-40B4-BE49-F238E27FC236}">
                <a16:creationId xmlns:a16="http://schemas.microsoft.com/office/drawing/2014/main" id="{B72B892D-8CDB-91B3-3E28-D090AD4492D1}"/>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0127417" y="34579"/>
            <a:ext cx="1685026" cy="1333090"/>
          </a:xfrm>
          <a:prstGeom prst="rect">
            <a:avLst/>
          </a:prstGeom>
        </p:spPr>
      </p:pic>
      <p:pic>
        <p:nvPicPr>
          <p:cNvPr id="15" name="Imagen 14">
            <a:extLst>
              <a:ext uri="{FF2B5EF4-FFF2-40B4-BE49-F238E27FC236}">
                <a16:creationId xmlns:a16="http://schemas.microsoft.com/office/drawing/2014/main" id="{D0D7F9CC-B8E2-137A-58CB-C771540376FC}"/>
              </a:ext>
            </a:extLst>
          </p:cNvPr>
          <p:cNvPicPr>
            <a:picLocks noGrp="1" noRot="1" noChangeAspect="1" noMove="1" noResize="1" noEditPoints="1" noAdjustHandles="1" noChangeArrowheads="1" noChangeShapeType="1" noCrop="1"/>
          </p:cNvPicPr>
          <p:nvPr/>
        </p:nvPicPr>
        <p:blipFill>
          <a:blip r:embed="rId2">
            <a:alphaModFix amt="50000"/>
            <a:extLst>
              <a:ext uri="{28A0092B-C50C-407E-A947-70E740481C1C}">
                <a14:useLocalDpi xmlns:a14="http://schemas.microsoft.com/office/drawing/2010/main" val="0"/>
              </a:ext>
            </a:extLst>
          </a:blip>
          <a:srcRect l="35999" t="38353" b="17106"/>
          <a:stretch/>
        </p:blipFill>
        <p:spPr>
          <a:xfrm>
            <a:off x="53853" y="6247694"/>
            <a:ext cx="1108475" cy="610306"/>
          </a:xfrm>
          <a:prstGeom prst="rect">
            <a:avLst/>
          </a:prstGeom>
        </p:spPr>
      </p:pic>
      <p:sp>
        <p:nvSpPr>
          <p:cNvPr id="2" name="Text Placeholder 12">
            <a:extLst>
              <a:ext uri="{FF2B5EF4-FFF2-40B4-BE49-F238E27FC236}">
                <a16:creationId xmlns:a16="http://schemas.microsoft.com/office/drawing/2014/main" id="{614D8BE1-05F4-991C-3EAE-034323E7C0A6}"/>
              </a:ext>
            </a:extLst>
          </p:cNvPr>
          <p:cNvSpPr txBox="1">
            <a:spLocks/>
          </p:cNvSpPr>
          <p:nvPr/>
        </p:nvSpPr>
        <p:spPr>
          <a:xfrm>
            <a:off x="7764649" y="6064846"/>
            <a:ext cx="4017543" cy="505228"/>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000"/>
              </a:spcBef>
              <a:spcAft>
                <a:spcPts val="0"/>
              </a:spcAft>
              <a:buClr>
                <a:srgbClr val="5B9BD5"/>
              </a:buClr>
              <a:buSzPct val="140000"/>
              <a:buFont typeface="Courier New" panose="02070309020205020404" pitchFamily="49" charset="0"/>
              <a:buChar char="o"/>
              <a:tabLst/>
              <a:defRPr/>
            </a:pPr>
            <a:r>
              <a:rPr lang="es-MX" altLang="es-MX" sz="1000" dirty="0">
                <a:solidFill>
                  <a:srgbClr val="091D09"/>
                </a:solidFill>
                <a:latin typeface="Open Sans" panose="020B0606030504020204" pitchFamily="34" charset="0"/>
                <a:ea typeface="Open Sans" panose="020B0606030504020204" pitchFamily="34" charset="0"/>
                <a:cs typeface="Open Sans" panose="020B0606030504020204" pitchFamily="34" charset="0"/>
              </a:rPr>
              <a:t>Data </a:t>
            </a:r>
            <a:r>
              <a:rPr lang="es-MX" altLang="es-MX" sz="1000" dirty="0" err="1">
                <a:solidFill>
                  <a:srgbClr val="091D09"/>
                </a:solidFill>
                <a:latin typeface="Open Sans" panose="020B0606030504020204" pitchFamily="34" charset="0"/>
                <a:ea typeface="Open Sans" panose="020B0606030504020204" pitchFamily="34" charset="0"/>
                <a:cs typeface="Open Sans" panose="020B0606030504020204" pitchFamily="34" charset="0"/>
              </a:rPr>
              <a:t>analytics</a:t>
            </a:r>
            <a:endParaRPr lang="es-MX" altLang="es-MX" sz="1000" dirty="0">
              <a:solidFill>
                <a:srgbClr val="091D09"/>
              </a:solidFill>
              <a:latin typeface="Open Sans" panose="020B0606030504020204" pitchFamily="34" charset="0"/>
              <a:ea typeface="Open Sans" panose="020B0606030504020204" pitchFamily="34" charset="0"/>
              <a:cs typeface="Open Sans" panose="020B0606030504020204" pitchFamily="34" charset="0"/>
            </a:endParaRPr>
          </a:p>
          <a:p>
            <a:pPr marL="228600" marR="0" lvl="0" indent="-228600" algn="l" defTabSz="914400" rtl="0" eaLnBrk="1" fontAlgn="auto" latinLnBrk="0" hangingPunct="1">
              <a:lnSpc>
                <a:spcPct val="100000"/>
              </a:lnSpc>
              <a:spcBef>
                <a:spcPts val="1000"/>
              </a:spcBef>
              <a:spcAft>
                <a:spcPts val="0"/>
              </a:spcAft>
              <a:buClr>
                <a:srgbClr val="5B9BD5"/>
              </a:buClr>
              <a:buSzPct val="140000"/>
              <a:buFont typeface="Courier New" panose="02070309020205020404" pitchFamily="49" charset="0"/>
              <a:buChar char="o"/>
              <a:tabLst/>
              <a:defRPr/>
            </a:pPr>
            <a:r>
              <a:rPr lang="es-MX" altLang="es-MX" sz="1000" dirty="0" err="1">
                <a:solidFill>
                  <a:srgbClr val="091D09"/>
                </a:solidFill>
                <a:latin typeface="Open Sans" panose="020B0606030504020204" pitchFamily="34" charset="0"/>
                <a:ea typeface="Open Sans" panose="020B0606030504020204" pitchFamily="34" charset="0"/>
                <a:cs typeface="Open Sans" panose="020B0606030504020204" pitchFamily="34" charset="0"/>
              </a:rPr>
              <a:t>Multi-industry</a:t>
            </a:r>
            <a:r>
              <a:rPr lang="es-MX" altLang="es-MX" sz="1000" dirty="0">
                <a:solidFill>
                  <a:srgbClr val="091D09"/>
                </a:solidFill>
                <a:latin typeface="Open Sans" panose="020B0606030504020204" pitchFamily="34" charset="0"/>
                <a:ea typeface="Open Sans" panose="020B0606030504020204" pitchFamily="34" charset="0"/>
                <a:cs typeface="Open Sans" panose="020B0606030504020204" pitchFamily="34" charset="0"/>
              </a:rPr>
              <a:t> </a:t>
            </a:r>
            <a:r>
              <a:rPr lang="es-MX" altLang="es-MX" sz="1000" dirty="0" err="1">
                <a:solidFill>
                  <a:srgbClr val="091D09"/>
                </a:solidFill>
                <a:latin typeface="Open Sans" panose="020B0606030504020204" pitchFamily="34" charset="0"/>
                <a:ea typeface="Open Sans" panose="020B0606030504020204" pitchFamily="34" charset="0"/>
                <a:cs typeface="Open Sans" panose="020B0606030504020204" pitchFamily="34" charset="0"/>
              </a:rPr>
              <a:t>environments</a:t>
            </a:r>
            <a:endParaRPr kumimoji="0" lang="es-ES_tradnl" sz="1000" b="0" i="0" u="none" strike="noStrike" kern="1200" cap="none" spc="-30" normalizeH="0" baseline="0" noProof="0" dirty="0">
              <a:ln>
                <a:noFill/>
              </a:ln>
              <a:solidFill>
                <a:srgbClr val="091D09"/>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pic>
        <p:nvPicPr>
          <p:cNvPr id="4" name="Picture 18" descr="Call center with solid fill">
            <a:extLst>
              <a:ext uri="{FF2B5EF4-FFF2-40B4-BE49-F238E27FC236}">
                <a16:creationId xmlns:a16="http://schemas.microsoft.com/office/drawing/2014/main" id="{AB0D2C86-2779-D775-9F73-80C8C22E7A9E}"/>
              </a:ext>
            </a:extLst>
          </p:cNvPr>
          <p:cNvPicPr>
            <a:picLocks noChangeAspect="1"/>
          </p:cNvPicPr>
          <p:nvPr/>
        </p:nvPicPr>
        <p:blipFill>
          <a:blip>
            <a:extLst>
              <a:ext uri="{96DAC541-7B7A-43D3-8B79-37D633B846F1}">
                <asvg:svgBlip xmlns:asvg="http://schemas.microsoft.com/office/drawing/2016/SVG/main" r:embed="rId3"/>
              </a:ext>
            </a:extLst>
          </a:blip>
          <a:srcRect t="44" b="44"/>
          <a:stretch/>
        </p:blipFill>
        <p:spPr>
          <a:xfrm>
            <a:off x="370757" y="1445752"/>
            <a:ext cx="1060648" cy="1059722"/>
          </a:xfrm>
          <a:prstGeom prst="ellipse">
            <a:avLst/>
          </a:prstGeom>
          <a:noFill/>
          <a:ln w="38100">
            <a:solidFill>
              <a:srgbClr val="009A44"/>
            </a:solidFill>
          </a:ln>
        </p:spPr>
      </p:pic>
    </p:spTree>
    <p:extLst>
      <p:ext uri="{BB962C8B-B14F-4D97-AF65-F5344CB8AC3E}">
        <p14:creationId xmlns:p14="http://schemas.microsoft.com/office/powerpoint/2010/main" val="3249325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sz="2800" dirty="0"/>
              <a:t>Resumen | Oscar Pérez Araya</a:t>
            </a:r>
            <a:endParaRPr lang="en-US" dirty="0"/>
          </a:p>
        </p:txBody>
      </p:sp>
      <p:sp>
        <p:nvSpPr>
          <p:cNvPr id="4" name="Text Placeholder 3"/>
          <p:cNvSpPr>
            <a:spLocks noGrp="1"/>
          </p:cNvSpPr>
          <p:nvPr>
            <p:ph type="body" sz="quarter" idx="15"/>
          </p:nvPr>
        </p:nvSpPr>
        <p:spPr/>
        <p:txBody>
          <a:bodyPr/>
          <a:lstStyle/>
          <a:p>
            <a:pPr marL="0" marR="0" lvl="0" indent="0" algn="l" defTabSz="914400" rtl="0" eaLnBrk="1" fontAlgn="auto" latinLnBrk="0" hangingPunct="1">
              <a:lnSpc>
                <a:spcPct val="100000"/>
              </a:lnSpc>
              <a:spcBef>
                <a:spcPts val="1000"/>
              </a:spcBef>
              <a:spcAft>
                <a:spcPts val="0"/>
              </a:spcAft>
              <a:buClr>
                <a:srgbClr val="787878"/>
              </a:buClr>
              <a:buSzPct val="75000"/>
              <a:buFont typeface="Arial" panose="020B0604020202020204" pitchFamily="34" charset="0"/>
              <a:buNone/>
              <a:tabLst/>
              <a:defRPr/>
            </a:pPr>
            <a:r>
              <a:rPr kumimoji="0" lang="en-US" sz="900" b="1" i="0" u="none" strike="noStrike" kern="0" cap="all" spc="250" normalizeH="0" baseline="0" noProof="0">
                <a:ln>
                  <a:noFill/>
                </a:ln>
                <a:solidFill>
                  <a:srgbClr val="FFFFFF">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Operation excellence</a:t>
            </a:r>
          </a:p>
        </p:txBody>
      </p:sp>
      <p:pic>
        <p:nvPicPr>
          <p:cNvPr id="3" name="Imagen 2">
            <a:extLst>
              <a:ext uri="{FF2B5EF4-FFF2-40B4-BE49-F238E27FC236}">
                <a16:creationId xmlns:a16="http://schemas.microsoft.com/office/drawing/2014/main" id="{EE677205-C641-9C4A-2CEA-8095D0DBC4AC}"/>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0127417" y="34579"/>
            <a:ext cx="1685026" cy="1333090"/>
          </a:xfrm>
          <a:prstGeom prst="rect">
            <a:avLst/>
          </a:prstGeom>
        </p:spPr>
      </p:pic>
      <p:pic>
        <p:nvPicPr>
          <p:cNvPr id="5" name="Imagen 4">
            <a:extLst>
              <a:ext uri="{FF2B5EF4-FFF2-40B4-BE49-F238E27FC236}">
                <a16:creationId xmlns:a16="http://schemas.microsoft.com/office/drawing/2014/main" id="{5E0F99FC-78A4-31E4-8780-47D9152A3090}"/>
              </a:ext>
            </a:extLst>
          </p:cNvPr>
          <p:cNvPicPr>
            <a:picLocks noGrp="1" noRot="1" noMove="1" noResize="1" noEditPoints="1" noAdjustHandles="1" noChangeArrowheads="1" noChangeShapeType="1" noCrop="1"/>
          </p:cNvPicPr>
          <p:nvPr/>
        </p:nvPicPr>
        <p:blipFill>
          <a:blip r:embed="rId2">
            <a:alphaModFix amt="50000"/>
            <a:extLst>
              <a:ext uri="{28A0092B-C50C-407E-A947-70E740481C1C}">
                <a14:useLocalDpi xmlns:a14="http://schemas.microsoft.com/office/drawing/2010/main" val="0"/>
              </a:ext>
            </a:extLst>
          </a:blip>
          <a:srcRect l="35999" t="38353" b="17106"/>
          <a:stretch/>
        </p:blipFill>
        <p:spPr>
          <a:xfrm>
            <a:off x="53853" y="6247694"/>
            <a:ext cx="1108475" cy="610306"/>
          </a:xfrm>
          <a:prstGeom prst="rect">
            <a:avLst/>
          </a:prstGeom>
        </p:spPr>
      </p:pic>
      <p:graphicFrame>
        <p:nvGraphicFramePr>
          <p:cNvPr id="10" name="Table 9">
            <a:extLst>
              <a:ext uri="{FF2B5EF4-FFF2-40B4-BE49-F238E27FC236}">
                <a16:creationId xmlns:a16="http://schemas.microsoft.com/office/drawing/2014/main" id="{3CB811F5-F5EA-475A-6C39-108AE5DBEDCC}"/>
              </a:ext>
            </a:extLst>
          </p:cNvPr>
          <p:cNvGraphicFramePr>
            <a:graphicFrameLocks noGrp="1"/>
          </p:cNvGraphicFramePr>
          <p:nvPr/>
        </p:nvGraphicFramePr>
        <p:xfrm>
          <a:off x="457200" y="3014810"/>
          <a:ext cx="3397624" cy="2743200"/>
        </p:xfrm>
        <a:graphic>
          <a:graphicData uri="http://schemas.openxmlformats.org/drawingml/2006/table">
            <a:tbl>
              <a:tblPr firstRow="1" bandRow="1">
                <a:tableStyleId>{5C22544A-7EE6-4342-B048-85BDC9FD1C3A}</a:tableStyleId>
              </a:tblPr>
              <a:tblGrid>
                <a:gridCol w="3397624">
                  <a:extLst>
                    <a:ext uri="{9D8B030D-6E8A-4147-A177-3AD203B41FA5}">
                      <a16:colId xmlns:a16="http://schemas.microsoft.com/office/drawing/2014/main" val="315393296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Oscar Pérez Araya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dirty="0">
                          <a:ln>
                            <a:noFill/>
                          </a:ln>
                          <a:solidFill>
                            <a:srgbClr val="009A44"/>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Especialista Senior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altLang="es-MX" sz="10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MX" sz="1000" b="0" i="0" u="none" strike="noStrike" kern="1200" cap="none" spc="0" normalizeH="0" baseline="0" noProof="0" dirty="0">
                          <a:ln>
                            <a:noFill/>
                          </a:ln>
                          <a:solidFill>
                            <a:prstClr val="black"/>
                          </a:solidFill>
                          <a:effectLst/>
                          <a:uLnTx/>
                          <a:uFillTx/>
                          <a:latin typeface="+mn-lt"/>
                          <a:ea typeface="+mn-ea"/>
                          <a:cs typeface="+mn-cs"/>
                        </a:rPr>
                        <a:t>Oscar Pérez es </a:t>
                      </a:r>
                      <a:r>
                        <a:rPr kumimoji="0" lang="es-ES" altLang="es-MX" sz="1000" b="0" i="0" u="none" strike="noStrike" kern="1200" cap="none" spc="0" normalizeH="0" baseline="0" noProof="0" dirty="0" err="1">
                          <a:ln>
                            <a:noFill/>
                          </a:ln>
                          <a:solidFill>
                            <a:prstClr val="black"/>
                          </a:solidFill>
                          <a:effectLst/>
                          <a:uLnTx/>
                          <a:uFillTx/>
                          <a:latin typeface="+mn-lt"/>
                          <a:ea typeface="+mn-ea"/>
                          <a:cs typeface="+mn-cs"/>
                        </a:rPr>
                        <a:t>Practice</a:t>
                      </a:r>
                      <a:r>
                        <a:rPr kumimoji="0" lang="es-ES" altLang="es-MX" sz="1000" b="0" i="0" u="none" strike="noStrike" kern="1200" cap="none" spc="0" normalizeH="0" baseline="0" noProof="0" dirty="0">
                          <a:ln>
                            <a:noFill/>
                          </a:ln>
                          <a:solidFill>
                            <a:prstClr val="black"/>
                          </a:solidFill>
                          <a:effectLst/>
                          <a:uLnTx/>
                          <a:uFillTx/>
                          <a:latin typeface="+mn-lt"/>
                          <a:ea typeface="+mn-ea"/>
                          <a:cs typeface="+mn-cs"/>
                        </a:rPr>
                        <a:t> Manager en </a:t>
                      </a:r>
                      <a:r>
                        <a:rPr kumimoji="0" lang="es-ES" altLang="es-MX" sz="1000" b="0" i="0" u="none" strike="noStrike" kern="1200" cap="none" spc="0" normalizeH="0" baseline="0" noProof="0" dirty="0" err="1">
                          <a:ln>
                            <a:noFill/>
                          </a:ln>
                          <a:solidFill>
                            <a:prstClr val="black"/>
                          </a:solidFill>
                          <a:effectLst/>
                          <a:uLnTx/>
                          <a:uFillTx/>
                          <a:latin typeface="+mn-lt"/>
                          <a:ea typeface="+mn-ea"/>
                          <a:cs typeface="+mn-cs"/>
                        </a:rPr>
                        <a:t>Engineering</a:t>
                      </a:r>
                      <a:r>
                        <a:rPr kumimoji="0" lang="es-ES" altLang="es-MX" sz="1000" b="0" i="0" u="none" strike="noStrike" kern="1200" cap="none" spc="0" normalizeH="0" baseline="0" noProof="0" dirty="0">
                          <a:ln>
                            <a:noFill/>
                          </a:ln>
                          <a:solidFill>
                            <a:prstClr val="black"/>
                          </a:solidFill>
                          <a:effectLst/>
                          <a:uLnTx/>
                          <a:uFillTx/>
                          <a:latin typeface="+mn-lt"/>
                          <a:ea typeface="+mn-ea"/>
                          <a:cs typeface="+mn-cs"/>
                        </a:rPr>
                        <a:t> AI &amp; Data, con más de 15 años de experiencia en el sector tecnológico.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altLang="es-MX" sz="10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MX" sz="1000" b="0" i="0" u="none" strike="noStrike" kern="1200" cap="none" spc="0" normalizeH="0" baseline="0" noProof="0" dirty="0">
                          <a:ln>
                            <a:noFill/>
                          </a:ln>
                          <a:solidFill>
                            <a:prstClr val="black"/>
                          </a:solidFill>
                          <a:effectLst/>
                          <a:uLnTx/>
                          <a:uFillTx/>
                          <a:latin typeface="+mn-lt"/>
                          <a:ea typeface="+mn-ea"/>
                          <a:cs typeface="+mn-cs"/>
                        </a:rPr>
                        <a:t>Cuenta con certificación Scrum Master y sólida experiencia en gestión de proyectos, arquitectura de soluciones y desarrollo web.</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altLang="es-MX" sz="10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MX" sz="1000" b="0" i="0" u="none" strike="noStrike" kern="1200" cap="none" spc="0" normalizeH="0" baseline="0" noProof="0" dirty="0">
                          <a:ln>
                            <a:noFill/>
                          </a:ln>
                          <a:solidFill>
                            <a:prstClr val="black"/>
                          </a:solidFill>
                          <a:effectLst/>
                          <a:uLnTx/>
                          <a:uFillTx/>
                          <a:latin typeface="+mn-lt"/>
                          <a:ea typeface="+mn-ea"/>
                          <a:cs typeface="+mn-cs"/>
                        </a:rPr>
                        <a:t>Ha trabajado con tecnologías como .NET, Angular, </a:t>
                      </a:r>
                      <a:r>
                        <a:rPr kumimoji="0" lang="es-ES" altLang="es-MX" sz="1000" b="0" i="0" u="none" strike="noStrike" kern="1200" cap="none" spc="0" normalizeH="0" baseline="0" noProof="0" dirty="0" err="1">
                          <a:ln>
                            <a:noFill/>
                          </a:ln>
                          <a:solidFill>
                            <a:prstClr val="black"/>
                          </a:solidFill>
                          <a:effectLst/>
                          <a:uLnTx/>
                          <a:uFillTx/>
                          <a:latin typeface="+mn-lt"/>
                          <a:ea typeface="+mn-ea"/>
                          <a:cs typeface="+mn-cs"/>
                        </a:rPr>
                        <a:t>APIs</a:t>
                      </a:r>
                      <a:r>
                        <a:rPr kumimoji="0" lang="es-ES" altLang="es-MX" sz="1000" b="0" i="0" u="none" strike="noStrike" kern="1200" cap="none" spc="0" normalizeH="0" baseline="0" noProof="0" dirty="0">
                          <a:ln>
                            <a:noFill/>
                          </a:ln>
                          <a:solidFill>
                            <a:prstClr val="black"/>
                          </a:solidFill>
                          <a:effectLst/>
                          <a:uLnTx/>
                          <a:uFillTx/>
                          <a:latin typeface="+mn-lt"/>
                          <a:ea typeface="+mn-ea"/>
                          <a:cs typeface="+mn-cs"/>
                        </a:rPr>
                        <a:t>, microservicios, SQL Server y Power BI.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altLang="es-MX" sz="10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MX" sz="1000" b="0" i="0" u="none" strike="noStrike" kern="1200" cap="none" spc="0" normalizeH="0" baseline="0" noProof="0" dirty="0">
                          <a:ln>
                            <a:noFill/>
                          </a:ln>
                          <a:solidFill>
                            <a:prstClr val="black"/>
                          </a:solidFill>
                          <a:effectLst/>
                          <a:uLnTx/>
                          <a:uFillTx/>
                          <a:latin typeface="+mn-lt"/>
                          <a:ea typeface="+mn-ea"/>
                          <a:cs typeface="+mn-cs"/>
                        </a:rPr>
                        <a:t>Es Ingeniero en Sistemas por la Universidad Hispanoamericana (Costa Rica), con especialización en gestión.</a:t>
                      </a:r>
                      <a:endParaRPr lang="es-MX" sz="1000" b="0" dirty="0">
                        <a:solidFill>
                          <a:srgbClr val="666666">
                            <a:lumMod val="50000"/>
                          </a:srgbClr>
                        </a:solidFill>
                        <a:latin typeface="Open Sans" panose="020B0606030504020204" pitchFamily="34" charset="0"/>
                        <a:ea typeface="Open Sans" panose="020B0606030504020204" pitchFamily="34" charset="0"/>
                        <a:cs typeface="Open Sans" panose="020B0606030504020204" pitchFamily="34" charset="0"/>
                      </a:endParaRPr>
                    </a:p>
                  </a:txBody>
                  <a:tcPr marL="144000" marR="14400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65105006"/>
                  </a:ext>
                </a:extLst>
              </a:tr>
            </a:tbl>
          </a:graphicData>
        </a:graphic>
      </p:graphicFrame>
      <p:graphicFrame>
        <p:nvGraphicFramePr>
          <p:cNvPr id="11" name="Table 10">
            <a:extLst>
              <a:ext uri="{FF2B5EF4-FFF2-40B4-BE49-F238E27FC236}">
                <a16:creationId xmlns:a16="http://schemas.microsoft.com/office/drawing/2014/main" id="{07F66CAB-B3EF-C8A8-DC50-1C1D2CD88FDD}"/>
              </a:ext>
            </a:extLst>
          </p:cNvPr>
          <p:cNvGraphicFramePr>
            <a:graphicFrameLocks noGrp="1"/>
          </p:cNvGraphicFramePr>
          <p:nvPr/>
        </p:nvGraphicFramePr>
        <p:xfrm>
          <a:off x="4034118" y="3026444"/>
          <a:ext cx="3702050" cy="2796540"/>
        </p:xfrm>
        <a:graphic>
          <a:graphicData uri="http://schemas.openxmlformats.org/drawingml/2006/table">
            <a:tbl>
              <a:tblPr firstRow="1" bandRow="1">
                <a:tableStyleId>{5C22544A-7EE6-4342-B048-85BDC9FD1C3A}</a:tableStyleId>
              </a:tblPr>
              <a:tblGrid>
                <a:gridCol w="3702050">
                  <a:extLst>
                    <a:ext uri="{9D8B030D-6E8A-4147-A177-3AD203B41FA5}">
                      <a16:colId xmlns:a16="http://schemas.microsoft.com/office/drawing/2014/main" val="200776607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Oscar Pérez Araya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dirty="0">
                          <a:ln>
                            <a:noFill/>
                          </a:ln>
                          <a:solidFill>
                            <a:srgbClr val="009A44"/>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Senior </a:t>
                      </a:r>
                      <a:r>
                        <a:rPr kumimoji="0" lang="es-MX" sz="1200" b="1" i="0" u="none" strike="noStrike" kern="1200" cap="none" spc="0" normalizeH="0" baseline="0" noProof="0" dirty="0" err="1">
                          <a:ln>
                            <a:noFill/>
                          </a:ln>
                          <a:solidFill>
                            <a:srgbClr val="009A44"/>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Specialist</a:t>
                      </a:r>
                      <a:endParaRPr kumimoji="0" lang="es-MX" sz="1200" b="1" i="0" u="none" strike="noStrike" kern="1200" cap="none" spc="0" normalizeH="0" baseline="0" noProof="0" dirty="0">
                        <a:ln>
                          <a:noFill/>
                        </a:ln>
                        <a:solidFill>
                          <a:srgbClr val="009A44"/>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0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n-lt"/>
                          <a:ea typeface="+mn-ea"/>
                          <a:cs typeface="+mn-cs"/>
                        </a:rPr>
                        <a:t>Oscar Pérez is a Practice Manager in Engineering AI &amp; Data with over 15 years of experience in the technology sector.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n-lt"/>
                          <a:ea typeface="+mn-ea"/>
                          <a:cs typeface="+mn-cs"/>
                        </a:rPr>
                        <a:t>He is a Certified Scrum Master with strong experience in project management, solution architecture, and web development.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n-lt"/>
                          <a:ea typeface="+mn-ea"/>
                          <a:cs typeface="+mn-cs"/>
                        </a:rPr>
                        <a:t>He has worked with technologies such as .NET, Angular, APIs, microservices, SQL Server, and Power BI.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He </a:t>
                      </a:r>
                      <a:r>
                        <a:rPr kumimoji="0" lang="en-US" sz="1000" b="0" i="0" u="none" strike="noStrike" kern="1200" cap="none" spc="0" normalizeH="0" baseline="0" noProof="0" dirty="0">
                          <a:ln>
                            <a:noFill/>
                          </a:ln>
                          <a:solidFill>
                            <a:prstClr val="black"/>
                          </a:solidFill>
                          <a:effectLst/>
                          <a:uLnTx/>
                          <a:uFillTx/>
                          <a:latin typeface="+mn-lt"/>
                          <a:ea typeface="+mn-ea"/>
                          <a:cs typeface="+mn-cs"/>
                        </a:rPr>
                        <a:t>holds a Bachelor’s degree in Systems Engineering from Universidad </a:t>
                      </a:r>
                      <a:r>
                        <a:rPr kumimoji="0" lang="en-US" sz="1000" b="0" i="0" u="none" strike="noStrike" kern="1200" cap="none" spc="0" normalizeH="0" baseline="0" noProof="0" dirty="0" err="1">
                          <a:ln>
                            <a:noFill/>
                          </a:ln>
                          <a:solidFill>
                            <a:prstClr val="black"/>
                          </a:solidFill>
                          <a:effectLst/>
                          <a:uLnTx/>
                          <a:uFillTx/>
                          <a:latin typeface="+mn-lt"/>
                          <a:ea typeface="+mn-ea"/>
                          <a:cs typeface="+mn-cs"/>
                        </a:rPr>
                        <a:t>Hispanoamericana</a:t>
                      </a:r>
                      <a:r>
                        <a:rPr kumimoji="0" lang="en-US" sz="1000" b="0" i="0" u="none" strike="noStrike" kern="1200" cap="none" spc="0" normalizeH="0" baseline="0" noProof="0" dirty="0">
                          <a:ln>
                            <a:noFill/>
                          </a:ln>
                          <a:solidFill>
                            <a:prstClr val="black"/>
                          </a:solidFill>
                          <a:effectLst/>
                          <a:uLnTx/>
                          <a:uFillTx/>
                          <a:latin typeface="+mn-lt"/>
                          <a:ea typeface="+mn-ea"/>
                          <a:cs typeface="+mn-cs"/>
                        </a:rPr>
                        <a:t> (Costa Rica), with a specialization in management.</a:t>
                      </a:r>
                      <a:endParaRPr kumimoji="0" lang="en-US" sz="10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a:spcBef>
                          <a:spcPts val="0"/>
                        </a:spcBef>
                        <a:spcAft>
                          <a:spcPts val="0"/>
                        </a:spcAft>
                      </a:pPr>
                      <a:endParaRPr lang="en-US" dirty="0"/>
                    </a:p>
                  </a:txBody>
                  <a:tcPr marL="144000" marR="14400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65105006"/>
                  </a:ext>
                </a:extLst>
              </a:tr>
            </a:tbl>
          </a:graphicData>
        </a:graphic>
      </p:graphicFrame>
      <p:pic>
        <p:nvPicPr>
          <p:cNvPr id="6" name="Picture 18" descr="Call center with solid fill">
            <a:extLst>
              <a:ext uri="{FF2B5EF4-FFF2-40B4-BE49-F238E27FC236}">
                <a16:creationId xmlns:a16="http://schemas.microsoft.com/office/drawing/2014/main" id="{20D5197C-985F-FC80-5661-D1C2165823B6}"/>
              </a:ext>
            </a:extLst>
          </p:cNvPr>
          <p:cNvPicPr>
            <a:picLocks noChangeAspect="1"/>
          </p:cNvPicPr>
          <p:nvPr/>
        </p:nvPicPr>
        <p:blipFill>
          <a:blip>
            <a:extLst>
              <a:ext uri="{96DAC541-7B7A-43D3-8B79-37D633B846F1}">
                <asvg:svgBlip xmlns:asvg="http://schemas.microsoft.com/office/drawing/2016/SVG/main" r:embed="rId3"/>
              </a:ext>
            </a:extLst>
          </a:blip>
          <a:srcRect t="44" b="44"/>
          <a:stretch/>
        </p:blipFill>
        <p:spPr>
          <a:xfrm>
            <a:off x="4034118" y="1552963"/>
            <a:ext cx="1060648" cy="1059722"/>
          </a:xfrm>
          <a:prstGeom prst="ellipse">
            <a:avLst/>
          </a:prstGeom>
          <a:noFill/>
          <a:ln w="38100">
            <a:solidFill>
              <a:srgbClr val="009A44"/>
            </a:solidFill>
          </a:ln>
        </p:spPr>
      </p:pic>
      <p:pic>
        <p:nvPicPr>
          <p:cNvPr id="8" name="Picture 18" descr="Call center with solid fill">
            <a:extLst>
              <a:ext uri="{FF2B5EF4-FFF2-40B4-BE49-F238E27FC236}">
                <a16:creationId xmlns:a16="http://schemas.microsoft.com/office/drawing/2014/main" id="{DCB82E81-E08E-B52D-BC0F-535323A431D2}"/>
              </a:ext>
            </a:extLst>
          </p:cNvPr>
          <p:cNvPicPr>
            <a:picLocks noChangeAspect="1"/>
          </p:cNvPicPr>
          <p:nvPr/>
        </p:nvPicPr>
        <p:blipFill>
          <a:blip>
            <a:extLst>
              <a:ext uri="{96DAC541-7B7A-43D3-8B79-37D633B846F1}">
                <asvg:svgBlip xmlns:asvg="http://schemas.microsoft.com/office/drawing/2016/SVG/main" r:embed="rId3"/>
              </a:ext>
            </a:extLst>
          </a:blip>
          <a:srcRect t="44" b="44"/>
          <a:stretch/>
        </p:blipFill>
        <p:spPr>
          <a:xfrm>
            <a:off x="523157" y="1598152"/>
            <a:ext cx="1060648" cy="1059722"/>
          </a:xfrm>
          <a:prstGeom prst="ellipse">
            <a:avLst/>
          </a:prstGeom>
          <a:noFill/>
          <a:ln w="38100">
            <a:solidFill>
              <a:srgbClr val="009A44"/>
            </a:solidFill>
          </a:ln>
        </p:spPr>
      </p:pic>
    </p:spTree>
    <p:extLst>
      <p:ext uri="{BB962C8B-B14F-4D97-AF65-F5344CB8AC3E}">
        <p14:creationId xmlns:p14="http://schemas.microsoft.com/office/powerpoint/2010/main" val="30712234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Deloitte_Brand_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1">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Brand_Theme" id="{6616D06F-355C-41D2-AEC5-9DE6DC577919}" vid="{C6B605AB-3ACD-4914-BC91-A310AFB77A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TemplafySlideFormConfiguration><![CDATA[{"formFields":[],"formDataEntries":[]}]]></TemplafySlideFormConfiguration>
</file>

<file path=customXml/item3.xml><?xml version="1.0" encoding="utf-8"?>
<ct:contentTypeSchema xmlns:ct="http://schemas.microsoft.com/office/2006/metadata/contentType" xmlns:ma="http://schemas.microsoft.com/office/2006/metadata/properties/metaAttributes" ct:_="" ma:_="" ma:contentTypeName="Document" ma:contentTypeID="0x01010097C0B5E8C28FBB4DB6BB6E6547CA8A70" ma:contentTypeVersion="14" ma:contentTypeDescription="Create a new document." ma:contentTypeScope="" ma:versionID="4c6617896dbd6066d418e5883b6ed562">
  <xsd:schema xmlns:xsd="http://www.w3.org/2001/XMLSchema" xmlns:xs="http://www.w3.org/2001/XMLSchema" xmlns:p="http://schemas.microsoft.com/office/2006/metadata/properties" xmlns:ns3="8f1e2369-70da-40d7-b978-99d0855b91b8" xmlns:ns4="8ee28f6f-733e-446a-845c-015b8614e1f7" targetNamespace="http://schemas.microsoft.com/office/2006/metadata/properties" ma:root="true" ma:fieldsID="7beb73ffafaeb73ea273bd43962ac528" ns3:_="" ns4:_="">
    <xsd:import namespace="8f1e2369-70da-40d7-b978-99d0855b91b8"/>
    <xsd:import namespace="8ee28f6f-733e-446a-845c-015b8614e1f7"/>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4:SharedWithUsers" minOccurs="0"/>
                <xsd:element ref="ns4:SharedWithDetails" minOccurs="0"/>
                <xsd:element ref="ns4:SharingHintHash"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1e2369-70da-40d7-b978-99d0855b91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ee28f6f-733e-446a-845c-015b8614e1f7"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TemplafySlideTemplateConfiguration><![CDATA[{"slideVersion":1,"isValidatorEnabled":false,"isLocked":false,"elementsMetadata":[],"slideId":"1395848840643608576","enableDocumentContentUpdater":false,"version":"2.0"}]]></TemplafySlideTemplateConfiguration>
</file>

<file path=customXml/item5.xml><?xml version="1.0" encoding="utf-8"?>
<TemplafyTemplateConfiguration><![CDATA[{"elementsMetadata":[],"transformationConfigurations":[],"templateName":"Deloitte_16_9_blank_2026","templateDescription":"","enableDocumentContentUpdater":false,"version":"2.0"}]]></TemplafyTemplateConfiguration>
</file>

<file path=customXml/item6.xml><?xml version="1.0" encoding="utf-8"?>
<TemplafyFormConfiguration><![CDATA[{"formFields":[],"formDataEntries":[]}]]></TemplafyFormConfiguration>
</file>

<file path=customXml/item7.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6E6CC2D-2343-40C9-BF57-ACB940668AFF}">
  <ds:schemaRefs>
    <ds:schemaRef ds:uri="http://schemas.microsoft.com/sharepoint/v3/contenttype/forms"/>
  </ds:schemaRefs>
</ds:datastoreItem>
</file>

<file path=customXml/itemProps2.xml><?xml version="1.0" encoding="utf-8"?>
<ds:datastoreItem xmlns:ds="http://schemas.openxmlformats.org/officeDocument/2006/customXml" ds:itemID="{1F120DBA-1A29-4FC8-93DB-3D8AD78044F0}">
  <ds:schemaRefs/>
</ds:datastoreItem>
</file>

<file path=customXml/itemProps3.xml><?xml version="1.0" encoding="utf-8"?>
<ds:datastoreItem xmlns:ds="http://schemas.openxmlformats.org/officeDocument/2006/customXml" ds:itemID="{10B2FCBC-AEA4-4167-AEBB-3951BFAB54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1e2369-70da-40d7-b978-99d0855b91b8"/>
    <ds:schemaRef ds:uri="8ee28f6f-733e-446a-845c-015b8614e1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3E7BF5A8-8641-47C3-82F5-7CF0458B3D07}">
  <ds:schemaRefs/>
</ds:datastoreItem>
</file>

<file path=customXml/itemProps5.xml><?xml version="1.0" encoding="utf-8"?>
<ds:datastoreItem xmlns:ds="http://schemas.openxmlformats.org/officeDocument/2006/customXml" ds:itemID="{21C4425B-E377-4ADE-A01F-CC41FFF5CC78}">
  <ds:schemaRefs/>
</ds:datastoreItem>
</file>

<file path=customXml/itemProps6.xml><?xml version="1.0" encoding="utf-8"?>
<ds:datastoreItem xmlns:ds="http://schemas.openxmlformats.org/officeDocument/2006/customXml" ds:itemID="{7FCF9609-91E2-4BB1-8B63-A48DFFAC12F9}">
  <ds:schemaRefs/>
</ds:datastoreItem>
</file>

<file path=customXml/itemProps7.xml><?xml version="1.0" encoding="utf-8"?>
<ds:datastoreItem xmlns:ds="http://schemas.openxmlformats.org/officeDocument/2006/customXml" ds:itemID="{9BBF235D-5BAD-4A08-AEE0-5E29BE15689F}">
  <ds:schemaRefs>
    <ds:schemaRef ds:uri="http://purl.org/dc/dcmitype/"/>
    <ds:schemaRef ds:uri="http://www.w3.org/XML/1998/namespace"/>
    <ds:schemaRef ds:uri="http://purl.org/dc/terms/"/>
    <ds:schemaRef ds:uri="http://schemas.openxmlformats.org/package/2006/metadata/core-properties"/>
    <ds:schemaRef ds:uri="http://schemas.microsoft.com/office/infopath/2007/PartnerControls"/>
    <ds:schemaRef ds:uri="http://schemas.microsoft.com/office/2006/documentManagement/types"/>
    <ds:schemaRef ds:uri="http://purl.org/dc/elements/1.1/"/>
    <ds:schemaRef ds:uri="http://schemas.microsoft.com/office/2006/metadata/properties"/>
    <ds:schemaRef ds:uri="8ee28f6f-733e-446a-845c-015b8614e1f7"/>
    <ds:schemaRef ds:uri="8f1e2369-70da-40d7-b978-99d0855b91b8"/>
  </ds:schemaRefs>
</ds:datastoreItem>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emplate>Deloitte_Brand_Theme_102224</Template>
  <TotalTime>76</TotalTime>
  <Words>1392</Words>
  <Application>Microsoft Office PowerPoint</Application>
  <PresentationFormat>Widescreen</PresentationFormat>
  <Paragraphs>325</Paragraphs>
  <Slides>9</Slides>
  <Notes>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20" baseType="lpstr">
      <vt:lpstr>Aptos</vt:lpstr>
      <vt:lpstr>Arial</vt:lpstr>
      <vt:lpstr>Calibri</vt:lpstr>
      <vt:lpstr>Courier New</vt:lpstr>
      <vt:lpstr>Nexa Black</vt:lpstr>
      <vt:lpstr>Open Sans</vt:lpstr>
      <vt:lpstr>Open Sans Extrabold</vt:lpstr>
      <vt:lpstr>Verdana</vt:lpstr>
      <vt:lpstr>Wingdings</vt:lpstr>
      <vt:lpstr>1_Deloitte_Brand_Theme</vt:lpstr>
      <vt:lpstr>think-cell Slide</vt:lpstr>
      <vt:lpstr>   Daniel Gutiérrez Restrepo</vt:lpstr>
      <vt:lpstr>    Daniel Gutiérrez Restrepo</vt:lpstr>
      <vt:lpstr>Resumen | Nombre y Apellido</vt:lpstr>
      <vt:lpstr>   Nombre</vt:lpstr>
      <vt:lpstr>    Name</vt:lpstr>
      <vt:lpstr>Resumen | Nombre y Apellido</vt:lpstr>
      <vt:lpstr>   Oscar Pérez Araya</vt:lpstr>
      <vt:lpstr>   Oscar Pérez Araya</vt:lpstr>
      <vt:lpstr>Resumen | Oscar Pérez Araya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16x9 Onscreen PPT</dc:title>
  <dc:creator/>
  <cp:lastModifiedBy>Gutierrez, Daniel</cp:lastModifiedBy>
  <cp:revision>2</cp:revision>
  <dcterms:created xsi:type="dcterms:W3CDTF">2026-02-24T22:04:32Z</dcterms:created>
  <dcterms:modified xsi:type="dcterms:W3CDTF">2026-07-18T02:48:03Z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2021-04-05T20:58:38Z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9ab57f92-f9f5-4e1c-bb56-f04159416863</vt:lpwstr>
  </property>
  <property fmtid="{D5CDD505-2E9C-101B-9397-08002B2CF9AE}" pid="8" name="MSIP_Label_ea60d57e-af5b-4752-ac57-3e4f28ca11dc_ContentBits">
    <vt:lpwstr>0</vt:lpwstr>
  </property>
  <property fmtid="{D5CDD505-2E9C-101B-9397-08002B2CF9AE}" pid="9" name="ContentTypeId">
    <vt:lpwstr>0x01010097C0B5E8C28FBB4DB6BB6E6547CA8A70</vt:lpwstr>
  </property>
  <property fmtid="{D5CDD505-2E9C-101B-9397-08002B2CF9AE}" pid="10" name="TemplafyTimeStamp">
    <vt:lpwstr>2026-02-24T18:23:12</vt:lpwstr>
  </property>
  <property fmtid="{D5CDD505-2E9C-101B-9397-08002B2CF9AE}" pid="11" name="TemplafyTenantId">
    <vt:lpwstr>slatamdeloitte</vt:lpwstr>
  </property>
  <property fmtid="{D5CDD505-2E9C-101B-9397-08002B2CF9AE}" pid="12" name="TemplafyTemplateId">
    <vt:lpwstr>1395848840889499656</vt:lpwstr>
  </property>
  <property fmtid="{D5CDD505-2E9C-101B-9397-08002B2CF9AE}" pid="13" name="TemplafyUserProfileId">
    <vt:lpwstr>1293314442380969015</vt:lpwstr>
  </property>
  <property fmtid="{D5CDD505-2E9C-101B-9397-08002B2CF9AE}" pid="14" name="TemplafyFromBlank">
    <vt:bool>true</vt:bool>
  </property>
</Properties>
</file>